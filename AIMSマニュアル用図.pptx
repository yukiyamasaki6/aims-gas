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A6B8B1-F09A-4CA7-A6DD-D6E0491DF9D0}" v="110" dt="2023-11-06T07:16:49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優輝 山崎" userId="099feebc822f5eb0" providerId="LiveId" clId="{9611078A-6B11-49B3-9D47-72A57B371E22}"/>
    <pc:docChg chg="custSel addSld delSld modSld">
      <pc:chgData name="優輝 山崎" userId="099feebc822f5eb0" providerId="LiveId" clId="{9611078A-6B11-49B3-9D47-72A57B371E22}" dt="2023-10-15T09:58:00.016" v="172" actId="478"/>
      <pc:docMkLst>
        <pc:docMk/>
      </pc:docMkLst>
      <pc:sldChg chg="addSp delSp modSp mod">
        <pc:chgData name="優輝 山崎" userId="099feebc822f5eb0" providerId="LiveId" clId="{9611078A-6B11-49B3-9D47-72A57B371E22}" dt="2023-10-15T09:58:00.016" v="172" actId="478"/>
        <pc:sldMkLst>
          <pc:docMk/>
          <pc:sldMk cId="1298807324" sldId="259"/>
        </pc:sldMkLst>
        <pc:spChg chg="add mod">
          <ac:chgData name="優輝 山崎" userId="099feebc822f5eb0" providerId="LiveId" clId="{9611078A-6B11-49B3-9D47-72A57B371E22}" dt="2023-10-15T09:50:45.522" v="68" actId="1076"/>
          <ac:spMkLst>
            <pc:docMk/>
            <pc:sldMk cId="1298807324" sldId="259"/>
            <ac:spMk id="5" creationId="{4E799FC2-DFAE-0C86-9A85-E554C2522548}"/>
          </ac:spMkLst>
        </pc:spChg>
        <pc:spChg chg="mod">
          <ac:chgData name="優輝 山崎" userId="099feebc822f5eb0" providerId="LiveId" clId="{9611078A-6B11-49B3-9D47-72A57B371E22}" dt="2023-10-15T09:53:19.394" v="91" actId="14100"/>
          <ac:spMkLst>
            <pc:docMk/>
            <pc:sldMk cId="1298807324" sldId="259"/>
            <ac:spMk id="6" creationId="{474CA7A6-1774-19B8-EAB9-590281198D3C}"/>
          </ac:spMkLst>
        </pc:spChg>
        <pc:spChg chg="del mod">
          <ac:chgData name="優輝 山崎" userId="099feebc822f5eb0" providerId="LiveId" clId="{9611078A-6B11-49B3-9D47-72A57B371E22}" dt="2023-10-15T09:58:00.016" v="172" actId="478"/>
          <ac:spMkLst>
            <pc:docMk/>
            <pc:sldMk cId="1298807324" sldId="259"/>
            <ac:spMk id="7" creationId="{AD8FD7EF-8CD3-A916-8D60-862CA8DA81E6}"/>
          </ac:spMkLst>
        </pc:spChg>
        <pc:spChg chg="del">
          <ac:chgData name="優輝 山崎" userId="099feebc822f5eb0" providerId="LiveId" clId="{9611078A-6B11-49B3-9D47-72A57B371E22}" dt="2023-10-15T09:46:45.285" v="40" actId="478"/>
          <ac:spMkLst>
            <pc:docMk/>
            <pc:sldMk cId="1298807324" sldId="259"/>
            <ac:spMk id="8" creationId="{193919E2-46A7-304C-8A7A-6349445088E9}"/>
          </ac:spMkLst>
        </pc:spChg>
        <pc:spChg chg="del">
          <ac:chgData name="優輝 山崎" userId="099feebc822f5eb0" providerId="LiveId" clId="{9611078A-6B11-49B3-9D47-72A57B371E22}" dt="2023-10-15T09:36:17.566" v="1" actId="478"/>
          <ac:spMkLst>
            <pc:docMk/>
            <pc:sldMk cId="1298807324" sldId="259"/>
            <ac:spMk id="9" creationId="{8AFCE0A1-71C3-1332-634B-015BC9A21332}"/>
          </ac:spMkLst>
        </pc:spChg>
        <pc:spChg chg="mod">
          <ac:chgData name="優輝 山崎" userId="099feebc822f5eb0" providerId="LiveId" clId="{9611078A-6B11-49B3-9D47-72A57B371E22}" dt="2023-10-15T09:41:39.689" v="16" actId="1076"/>
          <ac:spMkLst>
            <pc:docMk/>
            <pc:sldMk cId="1298807324" sldId="259"/>
            <ac:spMk id="11" creationId="{F1F17BDC-4A52-C4DD-1B66-9908B9298C36}"/>
          </ac:spMkLst>
        </pc:spChg>
        <pc:spChg chg="mod">
          <ac:chgData name="優輝 山崎" userId="099feebc822f5eb0" providerId="LiveId" clId="{9611078A-6B11-49B3-9D47-72A57B371E22}" dt="2023-10-15T09:51:40.034" v="78" actId="1076"/>
          <ac:spMkLst>
            <pc:docMk/>
            <pc:sldMk cId="1298807324" sldId="259"/>
            <ac:spMk id="12" creationId="{0459C687-1829-1B0D-59EA-9AE12AD5C2BC}"/>
          </ac:spMkLst>
        </pc:spChg>
        <pc:spChg chg="mod">
          <ac:chgData name="優輝 山崎" userId="099feebc822f5eb0" providerId="LiveId" clId="{9611078A-6B11-49B3-9D47-72A57B371E22}" dt="2023-10-15T09:54:22.073" v="110" actId="1076"/>
          <ac:spMkLst>
            <pc:docMk/>
            <pc:sldMk cId="1298807324" sldId="259"/>
            <ac:spMk id="13" creationId="{C641F1A5-EA76-7C73-7691-12001C0A5794}"/>
          </ac:spMkLst>
        </pc:spChg>
        <pc:spChg chg="mod">
          <ac:chgData name="優輝 山崎" userId="099feebc822f5eb0" providerId="LiveId" clId="{9611078A-6B11-49B3-9D47-72A57B371E22}" dt="2023-10-15T09:54:08.225" v="108" actId="1076"/>
          <ac:spMkLst>
            <pc:docMk/>
            <pc:sldMk cId="1298807324" sldId="259"/>
            <ac:spMk id="14" creationId="{37BE5FBE-8509-B945-3E05-D73D82F7BA01}"/>
          </ac:spMkLst>
        </pc:spChg>
        <pc:spChg chg="add mod">
          <ac:chgData name="優輝 山崎" userId="099feebc822f5eb0" providerId="LiveId" clId="{9611078A-6B11-49B3-9D47-72A57B371E22}" dt="2023-10-15T09:53:52.376" v="105" actId="1076"/>
          <ac:spMkLst>
            <pc:docMk/>
            <pc:sldMk cId="1298807324" sldId="259"/>
            <ac:spMk id="15" creationId="{C291B9FF-ED6E-0514-001A-FC9A6C1056E6}"/>
          </ac:spMkLst>
        </pc:spChg>
        <pc:spChg chg="del">
          <ac:chgData name="優輝 山崎" userId="099feebc822f5eb0" providerId="LiveId" clId="{9611078A-6B11-49B3-9D47-72A57B371E22}" dt="2023-10-15T09:46:34.521" v="36" actId="478"/>
          <ac:spMkLst>
            <pc:docMk/>
            <pc:sldMk cId="1298807324" sldId="259"/>
            <ac:spMk id="17" creationId="{4853EF5F-A0BB-2DEF-3D8D-F6E6A45850DE}"/>
          </ac:spMkLst>
        </pc:spChg>
        <pc:spChg chg="del">
          <ac:chgData name="優輝 山崎" userId="099feebc822f5eb0" providerId="LiveId" clId="{9611078A-6B11-49B3-9D47-72A57B371E22}" dt="2023-10-15T09:46:36.047" v="37" actId="478"/>
          <ac:spMkLst>
            <pc:docMk/>
            <pc:sldMk cId="1298807324" sldId="259"/>
            <ac:spMk id="18" creationId="{68445967-692C-96F2-93DD-BB68123B990B}"/>
          </ac:spMkLst>
        </pc:spChg>
        <pc:spChg chg="del">
          <ac:chgData name="優輝 山崎" userId="099feebc822f5eb0" providerId="LiveId" clId="{9611078A-6B11-49B3-9D47-72A57B371E22}" dt="2023-10-15T09:46:38.627" v="38" actId="478"/>
          <ac:spMkLst>
            <pc:docMk/>
            <pc:sldMk cId="1298807324" sldId="259"/>
            <ac:spMk id="19" creationId="{A45AD9D8-9733-15DB-AE6D-DEDD456D5427}"/>
          </ac:spMkLst>
        </pc:spChg>
        <pc:spChg chg="del">
          <ac:chgData name="優輝 山崎" userId="099feebc822f5eb0" providerId="LiveId" clId="{9611078A-6B11-49B3-9D47-72A57B371E22}" dt="2023-10-15T09:46:40.938" v="39" actId="478"/>
          <ac:spMkLst>
            <pc:docMk/>
            <pc:sldMk cId="1298807324" sldId="259"/>
            <ac:spMk id="20" creationId="{687B12A6-D603-B3EE-885D-989CB700376E}"/>
          </ac:spMkLst>
        </pc:spChg>
        <pc:spChg chg="add mod">
          <ac:chgData name="優輝 山崎" userId="099feebc822f5eb0" providerId="LiveId" clId="{9611078A-6B11-49B3-9D47-72A57B371E22}" dt="2023-10-15T09:54:04.174" v="107" actId="1076"/>
          <ac:spMkLst>
            <pc:docMk/>
            <pc:sldMk cId="1298807324" sldId="259"/>
            <ac:spMk id="21" creationId="{8ACFC1FC-8CD6-CFB8-92E5-FBC1309ADBE8}"/>
          </ac:spMkLst>
        </pc:spChg>
        <pc:spChg chg="add mod">
          <ac:chgData name="優輝 山崎" userId="099feebc822f5eb0" providerId="LiveId" clId="{9611078A-6B11-49B3-9D47-72A57B371E22}" dt="2023-10-15T09:51:25.258" v="75" actId="1076"/>
          <ac:spMkLst>
            <pc:docMk/>
            <pc:sldMk cId="1298807324" sldId="259"/>
            <ac:spMk id="22" creationId="{6B429B6C-5F6C-1FEC-E190-E40543450D7F}"/>
          </ac:spMkLst>
        </pc:spChg>
        <pc:spChg chg="add mod">
          <ac:chgData name="優輝 山崎" userId="099feebc822f5eb0" providerId="LiveId" clId="{9611078A-6B11-49B3-9D47-72A57B371E22}" dt="2023-10-15T09:51:33.922" v="77" actId="1076"/>
          <ac:spMkLst>
            <pc:docMk/>
            <pc:sldMk cId="1298807324" sldId="259"/>
            <ac:spMk id="23" creationId="{7D482B86-08DD-19E9-1131-9ED3D2325334}"/>
          </ac:spMkLst>
        </pc:spChg>
        <pc:spChg chg="add mod">
          <ac:chgData name="優輝 山崎" userId="099feebc822f5eb0" providerId="LiveId" clId="{9611078A-6B11-49B3-9D47-72A57B371E22}" dt="2023-10-15T09:53:30.490" v="99" actId="1076"/>
          <ac:spMkLst>
            <pc:docMk/>
            <pc:sldMk cId="1298807324" sldId="259"/>
            <ac:spMk id="24" creationId="{79CDB903-D47A-B3CC-2972-B85B7E213E30}"/>
          </ac:spMkLst>
        </pc:spChg>
        <pc:spChg chg="add mod">
          <ac:chgData name="優輝 山崎" userId="099feebc822f5eb0" providerId="LiveId" clId="{9611078A-6B11-49B3-9D47-72A57B371E22}" dt="2023-10-15T09:53:41.326" v="102" actId="14100"/>
          <ac:spMkLst>
            <pc:docMk/>
            <pc:sldMk cId="1298807324" sldId="259"/>
            <ac:spMk id="25" creationId="{1A0AB9B5-41F4-31F7-92DA-5BF41FB379A4}"/>
          </ac:spMkLst>
        </pc:spChg>
        <pc:spChg chg="add mod">
          <ac:chgData name="優輝 山崎" userId="099feebc822f5eb0" providerId="LiveId" clId="{9611078A-6B11-49B3-9D47-72A57B371E22}" dt="2023-10-15T09:53:48.572" v="104" actId="1076"/>
          <ac:spMkLst>
            <pc:docMk/>
            <pc:sldMk cId="1298807324" sldId="259"/>
            <ac:spMk id="26" creationId="{619B4888-52E2-0243-0282-4CF11469DB14}"/>
          </ac:spMkLst>
        </pc:spChg>
        <pc:spChg chg="add mod">
          <ac:chgData name="優輝 山崎" userId="099feebc822f5eb0" providerId="LiveId" clId="{9611078A-6B11-49B3-9D47-72A57B371E22}" dt="2023-10-15T09:54:49.007" v="113" actId="14100"/>
          <ac:spMkLst>
            <pc:docMk/>
            <pc:sldMk cId="1298807324" sldId="259"/>
            <ac:spMk id="27" creationId="{B72C5729-1F91-35F3-9181-DAB1BA8DB943}"/>
          </ac:spMkLst>
        </pc:spChg>
        <pc:spChg chg="add mod">
          <ac:chgData name="優輝 山崎" userId="099feebc822f5eb0" providerId="LiveId" clId="{9611078A-6B11-49B3-9D47-72A57B371E22}" dt="2023-10-15T09:55:09.621" v="117" actId="1076"/>
          <ac:spMkLst>
            <pc:docMk/>
            <pc:sldMk cId="1298807324" sldId="259"/>
            <ac:spMk id="28" creationId="{35ADD9D3-E7E2-21FE-A230-390D388D52F7}"/>
          </ac:spMkLst>
        </pc:spChg>
        <pc:spChg chg="add mod">
          <ac:chgData name="優輝 山崎" userId="099feebc822f5eb0" providerId="LiveId" clId="{9611078A-6B11-49B3-9D47-72A57B371E22}" dt="2023-10-15T09:55:24.350" v="120" actId="14100"/>
          <ac:spMkLst>
            <pc:docMk/>
            <pc:sldMk cId="1298807324" sldId="259"/>
            <ac:spMk id="29" creationId="{4A61F39D-A3B2-D15F-63D8-EBD88377A0A5}"/>
          </ac:spMkLst>
        </pc:spChg>
        <pc:spChg chg="add mod">
          <ac:chgData name="優輝 山崎" userId="099feebc822f5eb0" providerId="LiveId" clId="{9611078A-6B11-49B3-9D47-72A57B371E22}" dt="2023-10-15T09:55:34.837" v="123" actId="14100"/>
          <ac:spMkLst>
            <pc:docMk/>
            <pc:sldMk cId="1298807324" sldId="259"/>
            <ac:spMk id="30" creationId="{675C9708-3ABA-D31E-FA15-C87EBBDDA653}"/>
          </ac:spMkLst>
        </pc:spChg>
        <pc:spChg chg="add mod">
          <ac:chgData name="優輝 山崎" userId="099feebc822f5eb0" providerId="LiveId" clId="{9611078A-6B11-49B3-9D47-72A57B371E22}" dt="2023-10-15T09:56:16.238" v="141" actId="20577"/>
          <ac:spMkLst>
            <pc:docMk/>
            <pc:sldMk cId="1298807324" sldId="259"/>
            <ac:spMk id="31" creationId="{3FF04AB1-4719-1463-C825-B8983D0973B7}"/>
          </ac:spMkLst>
        </pc:spChg>
        <pc:spChg chg="add mod">
          <ac:chgData name="優輝 山崎" userId="099feebc822f5eb0" providerId="LiveId" clId="{9611078A-6B11-49B3-9D47-72A57B371E22}" dt="2023-10-15T09:56:34.450" v="161" actId="20577"/>
          <ac:spMkLst>
            <pc:docMk/>
            <pc:sldMk cId="1298807324" sldId="259"/>
            <ac:spMk id="2048" creationId="{AE9F5FB3-7652-EF9C-EACA-5927138D9094}"/>
          </ac:spMkLst>
        </pc:spChg>
        <pc:spChg chg="add mod">
          <ac:chgData name="優輝 山崎" userId="099feebc822f5eb0" providerId="LiveId" clId="{9611078A-6B11-49B3-9D47-72A57B371E22}" dt="2023-10-15T09:56:21.400" v="145" actId="20577"/>
          <ac:spMkLst>
            <pc:docMk/>
            <pc:sldMk cId="1298807324" sldId="259"/>
            <ac:spMk id="2049" creationId="{A7E3A90C-59DE-87CB-B485-B0CEDD3F5CF5}"/>
          </ac:spMkLst>
        </pc:spChg>
        <pc:spChg chg="add mod">
          <ac:chgData name="優輝 山崎" userId="099feebc822f5eb0" providerId="LiveId" clId="{9611078A-6B11-49B3-9D47-72A57B371E22}" dt="2023-10-15T09:56:31.335" v="157" actId="20577"/>
          <ac:spMkLst>
            <pc:docMk/>
            <pc:sldMk cId="1298807324" sldId="259"/>
            <ac:spMk id="2050" creationId="{FB0023B2-D32A-9E19-2422-C372DA08C7FB}"/>
          </ac:spMkLst>
        </pc:spChg>
        <pc:spChg chg="add mod">
          <ac:chgData name="優輝 山崎" userId="099feebc822f5eb0" providerId="LiveId" clId="{9611078A-6B11-49B3-9D47-72A57B371E22}" dt="2023-10-15T09:56:56.099" v="165" actId="14100"/>
          <ac:spMkLst>
            <pc:docMk/>
            <pc:sldMk cId="1298807324" sldId="259"/>
            <ac:spMk id="2051" creationId="{329FF055-17DC-16B3-54A0-CB5286531DAB}"/>
          </ac:spMkLst>
        </pc:spChg>
        <pc:spChg chg="add mod">
          <ac:chgData name="優輝 山崎" userId="099feebc822f5eb0" providerId="LiveId" clId="{9611078A-6B11-49B3-9D47-72A57B371E22}" dt="2023-10-15T09:57:04.877" v="171" actId="20577"/>
          <ac:spMkLst>
            <pc:docMk/>
            <pc:sldMk cId="1298807324" sldId="259"/>
            <ac:spMk id="2053" creationId="{6C7C5D88-D6B9-5528-F566-CA84B1D6CBDF}"/>
          </ac:spMkLst>
        </pc:spChg>
        <pc:picChg chg="add mod">
          <ac:chgData name="優輝 山崎" userId="099feebc822f5eb0" providerId="LiveId" clId="{9611078A-6B11-49B3-9D47-72A57B371E22}" dt="2023-10-15T09:52:22.859" v="83" actId="1076"/>
          <ac:picMkLst>
            <pc:docMk/>
            <pc:sldMk cId="1298807324" sldId="259"/>
            <ac:picMk id="4" creationId="{9200793B-EC73-F632-28FF-037D242BE96D}"/>
          </ac:picMkLst>
        </pc:picChg>
        <pc:picChg chg="add mod">
          <ac:chgData name="優輝 山崎" userId="099feebc822f5eb0" providerId="LiveId" clId="{9611078A-6B11-49B3-9D47-72A57B371E22}" dt="2023-10-15T09:52:12.729" v="80" actId="167"/>
          <ac:picMkLst>
            <pc:docMk/>
            <pc:sldMk cId="1298807324" sldId="259"/>
            <ac:picMk id="10" creationId="{26D89E45-AB09-3161-501F-102B7F330D6B}"/>
          </ac:picMkLst>
        </pc:picChg>
        <pc:picChg chg="add del">
          <ac:chgData name="優輝 山崎" userId="099feebc822f5eb0" providerId="LiveId" clId="{9611078A-6B11-49B3-9D47-72A57B371E22}" dt="2023-10-15T09:38:21.904" v="7"/>
          <ac:picMkLst>
            <pc:docMk/>
            <pc:sldMk cId="1298807324" sldId="259"/>
            <ac:picMk id="1028" creationId="{16A93C20-FCF2-B567-6BC9-4CDB27BA2D23}"/>
          </ac:picMkLst>
        </pc:picChg>
        <pc:picChg chg="del">
          <ac:chgData name="優輝 山崎" userId="099feebc822f5eb0" providerId="LiveId" clId="{9611078A-6B11-49B3-9D47-72A57B371E22}" dt="2023-10-15T09:36:12.549" v="0" actId="478"/>
          <ac:picMkLst>
            <pc:docMk/>
            <pc:sldMk cId="1298807324" sldId="259"/>
            <ac:picMk id="2052" creationId="{259DD1DA-3441-361F-03B2-EC122D140F31}"/>
          </ac:picMkLst>
        </pc:picChg>
        <pc:picChg chg="del">
          <ac:chgData name="優輝 山崎" userId="099feebc822f5eb0" providerId="LiveId" clId="{9611078A-6B11-49B3-9D47-72A57B371E22}" dt="2023-10-15T09:46:32.986" v="35" actId="478"/>
          <ac:picMkLst>
            <pc:docMk/>
            <pc:sldMk cId="1298807324" sldId="259"/>
            <ac:picMk id="2054" creationId="{194E9360-C74D-7A12-4301-14904D344118}"/>
          </ac:picMkLst>
        </pc:picChg>
      </pc:sldChg>
      <pc:sldChg chg="addSp delSp modSp add del mod">
        <pc:chgData name="優輝 山崎" userId="099feebc822f5eb0" providerId="LiveId" clId="{9611078A-6B11-49B3-9D47-72A57B371E22}" dt="2023-10-15T09:51:13.745" v="73" actId="47"/>
        <pc:sldMkLst>
          <pc:docMk/>
          <pc:sldMk cId="42131914" sldId="261"/>
        </pc:sldMkLst>
        <pc:spChg chg="add mod">
          <ac:chgData name="優輝 山崎" userId="099feebc822f5eb0" providerId="LiveId" clId="{9611078A-6B11-49B3-9D47-72A57B371E22}" dt="2023-10-15T09:42:07.347" v="26"/>
          <ac:spMkLst>
            <pc:docMk/>
            <pc:sldMk cId="42131914" sldId="261"/>
            <ac:spMk id="5" creationId="{A01BC241-8659-F4B6-A582-578DACAC2EA2}"/>
          </ac:spMkLst>
        </pc:spChg>
        <pc:spChg chg="add mod">
          <ac:chgData name="優輝 山崎" userId="099feebc822f5eb0" providerId="LiveId" clId="{9611078A-6B11-49B3-9D47-72A57B371E22}" dt="2023-10-15T09:42:12.410" v="27"/>
          <ac:spMkLst>
            <pc:docMk/>
            <pc:sldMk cId="42131914" sldId="261"/>
            <ac:spMk id="9" creationId="{EBBA03B6-CFB2-FDFE-EAC4-36992050DF3F}"/>
          </ac:spMkLst>
        </pc:spChg>
        <pc:spChg chg="del">
          <ac:chgData name="優輝 山崎" userId="099feebc822f5eb0" providerId="LiveId" clId="{9611078A-6B11-49B3-9D47-72A57B371E22}" dt="2023-10-15T09:41:59.289" v="25" actId="478"/>
          <ac:spMkLst>
            <pc:docMk/>
            <pc:sldMk cId="42131914" sldId="261"/>
            <ac:spMk id="11" creationId="{F1F17BDC-4A52-C4DD-1B66-9908B9298C36}"/>
          </ac:spMkLst>
        </pc:spChg>
        <pc:spChg chg="del">
          <ac:chgData name="優輝 山崎" userId="099feebc822f5eb0" providerId="LiveId" clId="{9611078A-6B11-49B3-9D47-72A57B371E22}" dt="2023-10-15T09:41:57.240" v="24" actId="478"/>
          <ac:spMkLst>
            <pc:docMk/>
            <pc:sldMk cId="42131914" sldId="261"/>
            <ac:spMk id="12" creationId="{0459C687-1829-1B0D-59EA-9AE12AD5C2BC}"/>
          </ac:spMkLst>
        </pc:spChg>
        <pc:spChg chg="mod">
          <ac:chgData name="優輝 山崎" userId="099feebc822f5eb0" providerId="LiveId" clId="{9611078A-6B11-49B3-9D47-72A57B371E22}" dt="2023-10-15T09:43:22.666" v="33" actId="14100"/>
          <ac:spMkLst>
            <pc:docMk/>
            <pc:sldMk cId="42131914" sldId="261"/>
            <ac:spMk id="13" creationId="{C641F1A5-EA76-7C73-7691-12001C0A5794}"/>
          </ac:spMkLst>
        </pc:spChg>
        <pc:spChg chg="mod">
          <ac:chgData name="優輝 山崎" userId="099feebc822f5eb0" providerId="LiveId" clId="{9611078A-6B11-49B3-9D47-72A57B371E22}" dt="2023-10-15T09:43:30.905" v="34" actId="1076"/>
          <ac:spMkLst>
            <pc:docMk/>
            <pc:sldMk cId="42131914" sldId="261"/>
            <ac:spMk id="14" creationId="{37BE5FBE-8509-B945-3E05-D73D82F7BA01}"/>
          </ac:spMkLst>
        </pc:spChg>
        <pc:picChg chg="del">
          <ac:chgData name="優輝 山崎" userId="099feebc822f5eb0" providerId="LiveId" clId="{9611078A-6B11-49B3-9D47-72A57B371E22}" dt="2023-10-15T09:38:28.018" v="9" actId="478"/>
          <ac:picMkLst>
            <pc:docMk/>
            <pc:sldMk cId="42131914" sldId="261"/>
            <ac:picMk id="4" creationId="{9200793B-EC73-F632-28FF-037D242BE96D}"/>
          </ac:picMkLst>
        </pc:picChg>
        <pc:picChg chg="add mod">
          <ac:chgData name="優輝 山崎" userId="099feebc822f5eb0" providerId="LiveId" clId="{9611078A-6B11-49B3-9D47-72A57B371E22}" dt="2023-10-15T09:39:04.884" v="13" actId="167"/>
          <ac:picMkLst>
            <pc:docMk/>
            <pc:sldMk cId="42131914" sldId="261"/>
            <ac:picMk id="2050" creationId="{49C7072B-65E9-F7CC-F26C-46B3693DF1CF}"/>
          </ac:picMkLst>
        </pc:picChg>
      </pc:sldChg>
    </pc:docChg>
  </pc:docChgLst>
  <pc:docChgLst>
    <pc:chgData name="優輝 山崎" userId="099feebc822f5eb0" providerId="LiveId" clId="{73A6B8B1-F09A-4CA7-A6DD-D6E0491DF9D0}"/>
    <pc:docChg chg="undo custSel addSld modSld sldOrd">
      <pc:chgData name="優輝 山崎" userId="099feebc822f5eb0" providerId="LiveId" clId="{73A6B8B1-F09A-4CA7-A6DD-D6E0491DF9D0}" dt="2023-11-06T07:19:04.081" v="243" actId="478"/>
      <pc:docMkLst>
        <pc:docMk/>
      </pc:docMkLst>
      <pc:sldChg chg="addSp delSp modSp mod">
        <pc:chgData name="優輝 山崎" userId="099feebc822f5eb0" providerId="LiveId" clId="{73A6B8B1-F09A-4CA7-A6DD-D6E0491DF9D0}" dt="2023-11-06T07:07:33.623" v="192" actId="478"/>
        <pc:sldMkLst>
          <pc:docMk/>
          <pc:sldMk cId="3798980441" sldId="256"/>
        </pc:sldMkLst>
        <pc:spChg chg="mod">
          <ac:chgData name="優輝 山崎" userId="099feebc822f5eb0" providerId="LiveId" clId="{73A6B8B1-F09A-4CA7-A6DD-D6E0491DF9D0}" dt="2023-11-06T06:51:14.106" v="121" actId="1076"/>
          <ac:spMkLst>
            <pc:docMk/>
            <pc:sldMk cId="3798980441" sldId="256"/>
            <ac:spMk id="2" creationId="{9F626F76-C019-986D-B72A-B3ED99ED2C1C}"/>
          </ac:spMkLst>
        </pc:spChg>
        <pc:spChg chg="mod">
          <ac:chgData name="優輝 山崎" userId="099feebc822f5eb0" providerId="LiveId" clId="{73A6B8B1-F09A-4CA7-A6DD-D6E0491DF9D0}" dt="2023-11-06T06:51:18.867" v="122" actId="1076"/>
          <ac:spMkLst>
            <pc:docMk/>
            <pc:sldMk cId="3798980441" sldId="256"/>
            <ac:spMk id="16" creationId="{7990175C-C394-4FCF-E2B7-8653C7FF2973}"/>
          </ac:spMkLst>
        </pc:spChg>
        <pc:picChg chg="del">
          <ac:chgData name="優輝 山崎" userId="099feebc822f5eb0" providerId="LiveId" clId="{73A6B8B1-F09A-4CA7-A6DD-D6E0491DF9D0}" dt="2023-11-06T06:50:52.650" v="117" actId="478"/>
          <ac:picMkLst>
            <pc:docMk/>
            <pc:sldMk cId="3798980441" sldId="256"/>
            <ac:picMk id="1026" creationId="{93A9FEA1-1271-A3D8-A109-7361E13C96CA}"/>
          </ac:picMkLst>
        </pc:picChg>
        <pc:picChg chg="add del mod">
          <ac:chgData name="優輝 山崎" userId="099feebc822f5eb0" providerId="LiveId" clId="{73A6B8B1-F09A-4CA7-A6DD-D6E0491DF9D0}" dt="2023-11-06T07:07:33.623" v="192" actId="478"/>
          <ac:picMkLst>
            <pc:docMk/>
            <pc:sldMk cId="3798980441" sldId="256"/>
            <ac:picMk id="2050" creationId="{BD2F20BD-E89A-9CE3-882D-0B0809FE484F}"/>
          </ac:picMkLst>
        </pc:picChg>
        <pc:picChg chg="add mod">
          <ac:chgData name="優輝 山崎" userId="099feebc822f5eb0" providerId="LiveId" clId="{73A6B8B1-F09A-4CA7-A6DD-D6E0491DF9D0}" dt="2023-11-06T07:07:32.082" v="191" actId="167"/>
          <ac:picMkLst>
            <pc:docMk/>
            <pc:sldMk cId="3798980441" sldId="256"/>
            <ac:picMk id="2052" creationId="{BF588642-6D78-F945-80EF-9445B7A5C3DC}"/>
          </ac:picMkLst>
        </pc:picChg>
      </pc:sldChg>
      <pc:sldChg chg="addSp delSp modSp mod">
        <pc:chgData name="優輝 山崎" userId="099feebc822f5eb0" providerId="LiveId" clId="{73A6B8B1-F09A-4CA7-A6DD-D6E0491DF9D0}" dt="2023-11-06T07:07:45.971" v="195" actId="478"/>
        <pc:sldMkLst>
          <pc:docMk/>
          <pc:sldMk cId="3601614888" sldId="257"/>
        </pc:sldMkLst>
        <pc:spChg chg="mod">
          <ac:chgData name="優輝 山崎" userId="099feebc822f5eb0" providerId="LiveId" clId="{73A6B8B1-F09A-4CA7-A6DD-D6E0491DF9D0}" dt="2023-11-06T06:52:17.061" v="136" actId="1076"/>
          <ac:spMkLst>
            <pc:docMk/>
            <pc:sldMk cId="3601614888" sldId="257"/>
            <ac:spMk id="2" creationId="{9F626F76-C019-986D-B72A-B3ED99ED2C1C}"/>
          </ac:spMkLst>
        </pc:spChg>
        <pc:spChg chg="mod">
          <ac:chgData name="優輝 山崎" userId="099feebc822f5eb0" providerId="LiveId" clId="{73A6B8B1-F09A-4CA7-A6DD-D6E0491DF9D0}" dt="2023-11-06T06:52:10.887" v="134" actId="1076"/>
          <ac:spMkLst>
            <pc:docMk/>
            <pc:sldMk cId="3601614888" sldId="257"/>
            <ac:spMk id="4" creationId="{6D9E1912-A7F3-6DC7-B708-175F7AA47F6D}"/>
          </ac:spMkLst>
        </pc:spChg>
        <pc:spChg chg="mod">
          <ac:chgData name="優輝 山崎" userId="099feebc822f5eb0" providerId="LiveId" clId="{73A6B8B1-F09A-4CA7-A6DD-D6E0491DF9D0}" dt="2023-11-06T06:52:23.131" v="137" actId="1076"/>
          <ac:spMkLst>
            <pc:docMk/>
            <pc:sldMk cId="3601614888" sldId="257"/>
            <ac:spMk id="15" creationId="{877BAB40-0EBF-7672-4E8E-63BFF7EE64C8}"/>
          </ac:spMkLst>
        </pc:spChg>
        <pc:spChg chg="mod">
          <ac:chgData name="優輝 山崎" userId="099feebc822f5eb0" providerId="LiveId" clId="{73A6B8B1-F09A-4CA7-A6DD-D6E0491DF9D0}" dt="2023-11-06T06:52:35.645" v="138" actId="1076"/>
          <ac:spMkLst>
            <pc:docMk/>
            <pc:sldMk cId="3601614888" sldId="257"/>
            <ac:spMk id="16" creationId="{7990175C-C394-4FCF-E2B7-8653C7FF2973}"/>
          </ac:spMkLst>
        </pc:spChg>
        <pc:picChg chg="add mod">
          <ac:chgData name="優輝 山崎" userId="099feebc822f5eb0" providerId="LiveId" clId="{73A6B8B1-F09A-4CA7-A6DD-D6E0491DF9D0}" dt="2023-11-06T07:07:43.349" v="194" actId="167"/>
          <ac:picMkLst>
            <pc:docMk/>
            <pc:sldMk cId="3601614888" sldId="257"/>
            <ac:picMk id="5" creationId="{E9F44E0A-9E31-0C25-588A-140729AB2DC4}"/>
          </ac:picMkLst>
        </pc:picChg>
        <pc:picChg chg="del">
          <ac:chgData name="優輝 山崎" userId="099feebc822f5eb0" providerId="LiveId" clId="{73A6B8B1-F09A-4CA7-A6DD-D6E0491DF9D0}" dt="2023-11-06T06:51:55.246" v="130" actId="478"/>
          <ac:picMkLst>
            <pc:docMk/>
            <pc:sldMk cId="3601614888" sldId="257"/>
            <ac:picMk id="1026" creationId="{93A9FEA1-1271-A3D8-A109-7361E13C96CA}"/>
          </ac:picMkLst>
        </pc:picChg>
        <pc:picChg chg="add del mod">
          <ac:chgData name="優輝 山崎" userId="099feebc822f5eb0" providerId="LiveId" clId="{73A6B8B1-F09A-4CA7-A6DD-D6E0491DF9D0}" dt="2023-11-06T07:07:45.971" v="195" actId="478"/>
          <ac:picMkLst>
            <pc:docMk/>
            <pc:sldMk cId="3601614888" sldId="257"/>
            <ac:picMk id="3074" creationId="{62671AD6-DD4E-2BAD-4983-855A3CF7BB4E}"/>
          </ac:picMkLst>
        </pc:picChg>
      </pc:sldChg>
      <pc:sldChg chg="addSp delSp modSp mod">
        <pc:chgData name="優輝 山崎" userId="099feebc822f5eb0" providerId="LiveId" clId="{73A6B8B1-F09A-4CA7-A6DD-D6E0491DF9D0}" dt="2023-11-06T07:07:51.745" v="198" actId="478"/>
        <pc:sldMkLst>
          <pc:docMk/>
          <pc:sldMk cId="539103464" sldId="258"/>
        </pc:sldMkLst>
        <pc:spChg chg="mod">
          <ac:chgData name="優輝 山崎" userId="099feebc822f5eb0" providerId="LiveId" clId="{73A6B8B1-F09A-4CA7-A6DD-D6E0491DF9D0}" dt="2023-11-06T06:53:17.993" v="147" actId="14100"/>
          <ac:spMkLst>
            <pc:docMk/>
            <pc:sldMk cId="539103464" sldId="258"/>
            <ac:spMk id="2" creationId="{9F626F76-C019-986D-B72A-B3ED99ED2C1C}"/>
          </ac:spMkLst>
        </pc:spChg>
        <pc:spChg chg="mod">
          <ac:chgData name="優輝 山崎" userId="099feebc822f5eb0" providerId="LiveId" clId="{73A6B8B1-F09A-4CA7-A6DD-D6E0491DF9D0}" dt="2023-11-06T06:53:20.362" v="148" actId="1076"/>
          <ac:spMkLst>
            <pc:docMk/>
            <pc:sldMk cId="539103464" sldId="258"/>
            <ac:spMk id="16" creationId="{7990175C-C394-4FCF-E2B7-8653C7FF2973}"/>
          </ac:spMkLst>
        </pc:spChg>
        <pc:picChg chg="add del">
          <ac:chgData name="優輝 山崎" userId="099feebc822f5eb0" providerId="LiveId" clId="{73A6B8B1-F09A-4CA7-A6DD-D6E0491DF9D0}" dt="2023-11-06T06:31:59.355" v="2" actId="478"/>
          <ac:picMkLst>
            <pc:docMk/>
            <pc:sldMk cId="539103464" sldId="258"/>
            <ac:picMk id="6" creationId="{298AA5D4-2810-6E35-936C-248A56884222}"/>
          </ac:picMkLst>
        </pc:picChg>
        <pc:picChg chg="add mod">
          <ac:chgData name="優輝 山崎" userId="099feebc822f5eb0" providerId="LiveId" clId="{73A6B8B1-F09A-4CA7-A6DD-D6E0491DF9D0}" dt="2023-11-06T07:07:50.460" v="197" actId="167"/>
          <ac:picMkLst>
            <pc:docMk/>
            <pc:sldMk cId="539103464" sldId="258"/>
            <ac:picMk id="7" creationId="{0BA93D20-45B2-33F6-7955-92349E78D9DD}"/>
          </ac:picMkLst>
        </pc:picChg>
        <pc:picChg chg="del">
          <ac:chgData name="優輝 山崎" userId="099feebc822f5eb0" providerId="LiveId" clId="{73A6B8B1-F09A-4CA7-A6DD-D6E0491DF9D0}" dt="2023-11-06T06:52:56.415" v="144" actId="478"/>
          <ac:picMkLst>
            <pc:docMk/>
            <pc:sldMk cId="539103464" sldId="258"/>
            <ac:picMk id="1026" creationId="{93A9FEA1-1271-A3D8-A109-7361E13C96CA}"/>
          </ac:picMkLst>
        </pc:picChg>
        <pc:picChg chg="add del mod">
          <ac:chgData name="優輝 山崎" userId="099feebc822f5eb0" providerId="LiveId" clId="{73A6B8B1-F09A-4CA7-A6DD-D6E0491DF9D0}" dt="2023-11-06T07:07:51.745" v="198" actId="478"/>
          <ac:picMkLst>
            <pc:docMk/>
            <pc:sldMk cId="539103464" sldId="258"/>
            <ac:picMk id="4098" creationId="{8282A86D-ABDE-C92F-9A04-8F4336C1E40D}"/>
          </ac:picMkLst>
        </pc:picChg>
      </pc:sldChg>
      <pc:sldChg chg="addSp delSp modSp mod">
        <pc:chgData name="優輝 山崎" userId="099feebc822f5eb0" providerId="LiveId" clId="{73A6B8B1-F09A-4CA7-A6DD-D6E0491DF9D0}" dt="2023-11-06T07:07:57.936" v="201" actId="478"/>
        <pc:sldMkLst>
          <pc:docMk/>
          <pc:sldMk cId="1298807324" sldId="259"/>
        </pc:sldMkLst>
        <pc:spChg chg="mod">
          <ac:chgData name="優輝 山崎" userId="099feebc822f5eb0" providerId="LiveId" clId="{73A6B8B1-F09A-4CA7-A6DD-D6E0491DF9D0}" dt="2023-11-06T06:54:09.067" v="158" actId="14100"/>
          <ac:spMkLst>
            <pc:docMk/>
            <pc:sldMk cId="1298807324" sldId="259"/>
            <ac:spMk id="2" creationId="{9F626F76-C019-986D-B72A-B3ED99ED2C1C}"/>
          </ac:spMkLst>
        </pc:spChg>
        <pc:spChg chg="mod">
          <ac:chgData name="優輝 山崎" userId="099feebc822f5eb0" providerId="LiveId" clId="{73A6B8B1-F09A-4CA7-A6DD-D6E0491DF9D0}" dt="2023-11-06T06:43:23.456" v="43" actId="14100"/>
          <ac:spMkLst>
            <pc:docMk/>
            <pc:sldMk cId="1298807324" sldId="259"/>
            <ac:spMk id="6" creationId="{474CA7A6-1774-19B8-EAB9-590281198D3C}"/>
          </ac:spMkLst>
        </pc:spChg>
        <pc:spChg chg="add mod">
          <ac:chgData name="優輝 山崎" userId="099feebc822f5eb0" providerId="LiveId" clId="{73A6B8B1-F09A-4CA7-A6DD-D6E0491DF9D0}" dt="2023-11-06T06:44:45.365" v="55" actId="14100"/>
          <ac:spMkLst>
            <pc:docMk/>
            <pc:sldMk cId="1298807324" sldId="259"/>
            <ac:spMk id="8" creationId="{8BCDDEF2-E2A0-6959-2557-33C85EB1C866}"/>
          </ac:spMkLst>
        </pc:spChg>
        <pc:spChg chg="add mod">
          <ac:chgData name="優輝 山崎" userId="099feebc822f5eb0" providerId="LiveId" clId="{73A6B8B1-F09A-4CA7-A6DD-D6E0491DF9D0}" dt="2023-11-06T06:45:39.978" v="60" actId="14100"/>
          <ac:spMkLst>
            <pc:docMk/>
            <pc:sldMk cId="1298807324" sldId="259"/>
            <ac:spMk id="9" creationId="{612A352F-4AE8-8EA1-FA74-36B253F5DD03}"/>
          </ac:spMkLst>
        </pc:spChg>
        <pc:spChg chg="mod">
          <ac:chgData name="優輝 山崎" userId="099feebc822f5eb0" providerId="LiveId" clId="{73A6B8B1-F09A-4CA7-A6DD-D6E0491DF9D0}" dt="2023-11-06T06:41:00.693" v="20" actId="14100"/>
          <ac:spMkLst>
            <pc:docMk/>
            <pc:sldMk cId="1298807324" sldId="259"/>
            <ac:spMk id="11" creationId="{F1F17BDC-4A52-C4DD-1B66-9908B9298C36}"/>
          </ac:spMkLst>
        </pc:spChg>
        <pc:spChg chg="mod">
          <ac:chgData name="優輝 山崎" userId="099feebc822f5eb0" providerId="LiveId" clId="{73A6B8B1-F09A-4CA7-A6DD-D6E0491DF9D0}" dt="2023-11-06T06:43:16.126" v="42" actId="14100"/>
          <ac:spMkLst>
            <pc:docMk/>
            <pc:sldMk cId="1298807324" sldId="259"/>
            <ac:spMk id="13" creationId="{C641F1A5-EA76-7C73-7691-12001C0A5794}"/>
          </ac:spMkLst>
        </pc:spChg>
        <pc:spChg chg="mod">
          <ac:chgData name="優輝 山崎" userId="099feebc822f5eb0" providerId="LiveId" clId="{73A6B8B1-F09A-4CA7-A6DD-D6E0491DF9D0}" dt="2023-11-06T06:41:22.543" v="25" actId="1076"/>
          <ac:spMkLst>
            <pc:docMk/>
            <pc:sldMk cId="1298807324" sldId="259"/>
            <ac:spMk id="14" creationId="{37BE5FBE-8509-B945-3E05-D73D82F7BA01}"/>
          </ac:spMkLst>
        </pc:spChg>
        <pc:spChg chg="mod">
          <ac:chgData name="優輝 山崎" userId="099feebc822f5eb0" providerId="LiveId" clId="{73A6B8B1-F09A-4CA7-A6DD-D6E0491DF9D0}" dt="2023-11-06T06:44:18.727" v="52" actId="1076"/>
          <ac:spMkLst>
            <pc:docMk/>
            <pc:sldMk cId="1298807324" sldId="259"/>
            <ac:spMk id="15" creationId="{C291B9FF-ED6E-0514-001A-FC9A6C1056E6}"/>
          </ac:spMkLst>
        </pc:spChg>
        <pc:spChg chg="mod">
          <ac:chgData name="優輝 山崎" userId="099feebc822f5eb0" providerId="LiveId" clId="{73A6B8B1-F09A-4CA7-A6DD-D6E0491DF9D0}" dt="2023-11-06T06:54:13.787" v="159" actId="1076"/>
          <ac:spMkLst>
            <pc:docMk/>
            <pc:sldMk cId="1298807324" sldId="259"/>
            <ac:spMk id="16" creationId="{7990175C-C394-4FCF-E2B7-8653C7FF2973}"/>
          </ac:spMkLst>
        </pc:spChg>
        <pc:spChg chg="add del mod">
          <ac:chgData name="優輝 山崎" userId="099feebc822f5eb0" providerId="LiveId" clId="{73A6B8B1-F09A-4CA7-A6DD-D6E0491DF9D0}" dt="2023-11-06T06:47:48.591" v="73" actId="478"/>
          <ac:spMkLst>
            <pc:docMk/>
            <pc:sldMk cId="1298807324" sldId="259"/>
            <ac:spMk id="17" creationId="{25D07FF7-3ADF-1555-FA00-83FED392B089}"/>
          </ac:spMkLst>
        </pc:spChg>
        <pc:spChg chg="add mod">
          <ac:chgData name="優輝 山崎" userId="099feebc822f5eb0" providerId="LiveId" clId="{73A6B8B1-F09A-4CA7-A6DD-D6E0491DF9D0}" dt="2023-11-06T06:49:09.315" v="90" actId="1076"/>
          <ac:spMkLst>
            <pc:docMk/>
            <pc:sldMk cId="1298807324" sldId="259"/>
            <ac:spMk id="18" creationId="{246A00CD-B1BD-77F6-0169-616FCBB186B7}"/>
          </ac:spMkLst>
        </pc:spChg>
        <pc:spChg chg="add mod ord">
          <ac:chgData name="優輝 山崎" userId="099feebc822f5eb0" providerId="LiveId" clId="{73A6B8B1-F09A-4CA7-A6DD-D6E0491DF9D0}" dt="2023-11-06T06:48:52.482" v="87" actId="1076"/>
          <ac:spMkLst>
            <pc:docMk/>
            <pc:sldMk cId="1298807324" sldId="259"/>
            <ac:spMk id="19" creationId="{C26A275B-7ABB-2EFF-1C13-81BA37F7B113}"/>
          </ac:spMkLst>
        </pc:spChg>
        <pc:spChg chg="add mod">
          <ac:chgData name="優輝 山崎" userId="099feebc822f5eb0" providerId="LiveId" clId="{73A6B8B1-F09A-4CA7-A6DD-D6E0491DF9D0}" dt="2023-11-06T06:49:36.684" v="95" actId="1076"/>
          <ac:spMkLst>
            <pc:docMk/>
            <pc:sldMk cId="1298807324" sldId="259"/>
            <ac:spMk id="20" creationId="{596712EE-476C-F8BC-3BE4-A97E64381961}"/>
          </ac:spMkLst>
        </pc:spChg>
        <pc:spChg chg="mod ord">
          <ac:chgData name="優輝 山崎" userId="099feebc822f5eb0" providerId="LiveId" clId="{73A6B8B1-F09A-4CA7-A6DD-D6E0491DF9D0}" dt="2023-11-06T06:48:39.901" v="83" actId="166"/>
          <ac:spMkLst>
            <pc:docMk/>
            <pc:sldMk cId="1298807324" sldId="259"/>
            <ac:spMk id="24" creationId="{79CDB903-D47A-B3CC-2972-B85B7E213E30}"/>
          </ac:spMkLst>
        </pc:spChg>
        <pc:spChg chg="mod">
          <ac:chgData name="優輝 山崎" userId="099feebc822f5eb0" providerId="LiveId" clId="{73A6B8B1-F09A-4CA7-A6DD-D6E0491DF9D0}" dt="2023-11-06T06:42:45.879" v="39" actId="1076"/>
          <ac:spMkLst>
            <pc:docMk/>
            <pc:sldMk cId="1298807324" sldId="259"/>
            <ac:spMk id="25" creationId="{1A0AB9B5-41F4-31F7-92DA-5BF41FB379A4}"/>
          </ac:spMkLst>
        </pc:spChg>
        <pc:spChg chg="mod ord">
          <ac:chgData name="優輝 山崎" userId="099feebc822f5eb0" providerId="LiveId" clId="{73A6B8B1-F09A-4CA7-A6DD-D6E0491DF9D0}" dt="2023-11-06T06:49:03.645" v="89" actId="166"/>
          <ac:spMkLst>
            <pc:docMk/>
            <pc:sldMk cId="1298807324" sldId="259"/>
            <ac:spMk id="26" creationId="{619B4888-52E2-0243-0282-4CF11469DB14}"/>
          </ac:spMkLst>
        </pc:spChg>
        <pc:spChg chg="mod">
          <ac:chgData name="優輝 山崎" userId="099feebc822f5eb0" providerId="LiveId" clId="{73A6B8B1-F09A-4CA7-A6DD-D6E0491DF9D0}" dt="2023-11-06T06:43:49.870" v="47" actId="14100"/>
          <ac:spMkLst>
            <pc:docMk/>
            <pc:sldMk cId="1298807324" sldId="259"/>
            <ac:spMk id="27" creationId="{B72C5729-1F91-35F3-9181-DAB1BA8DB943}"/>
          </ac:spMkLst>
        </pc:spChg>
        <pc:spChg chg="mod">
          <ac:chgData name="優輝 山崎" userId="099feebc822f5eb0" providerId="LiveId" clId="{73A6B8B1-F09A-4CA7-A6DD-D6E0491DF9D0}" dt="2023-11-06T06:44:01.570" v="50" actId="14100"/>
          <ac:spMkLst>
            <pc:docMk/>
            <pc:sldMk cId="1298807324" sldId="259"/>
            <ac:spMk id="29" creationId="{4A61F39D-A3B2-D15F-63D8-EBD88377A0A5}"/>
          </ac:spMkLst>
        </pc:spChg>
        <pc:spChg chg="mod">
          <ac:chgData name="優輝 山崎" userId="099feebc822f5eb0" providerId="LiveId" clId="{73A6B8B1-F09A-4CA7-A6DD-D6E0491DF9D0}" dt="2023-11-06T06:47:45.221" v="71" actId="1076"/>
          <ac:spMkLst>
            <pc:docMk/>
            <pc:sldMk cId="1298807324" sldId="259"/>
            <ac:spMk id="31" creationId="{3FF04AB1-4719-1463-C825-B8983D0973B7}"/>
          </ac:spMkLst>
        </pc:spChg>
        <pc:spChg chg="mod">
          <ac:chgData name="優輝 山崎" userId="099feebc822f5eb0" providerId="LiveId" clId="{73A6B8B1-F09A-4CA7-A6DD-D6E0491DF9D0}" dt="2023-11-06T06:47:53.770" v="74" actId="1076"/>
          <ac:spMkLst>
            <pc:docMk/>
            <pc:sldMk cId="1298807324" sldId="259"/>
            <ac:spMk id="2048" creationId="{AE9F5FB3-7652-EF9C-EACA-5927138D9094}"/>
          </ac:spMkLst>
        </pc:spChg>
        <pc:spChg chg="mod">
          <ac:chgData name="優輝 山崎" userId="099feebc822f5eb0" providerId="LiveId" clId="{73A6B8B1-F09A-4CA7-A6DD-D6E0491DF9D0}" dt="2023-11-06T06:49:25.078" v="92" actId="1076"/>
          <ac:spMkLst>
            <pc:docMk/>
            <pc:sldMk cId="1298807324" sldId="259"/>
            <ac:spMk id="2049" creationId="{A7E3A90C-59DE-87CB-B485-B0CEDD3F5CF5}"/>
          </ac:spMkLst>
        </pc:spChg>
        <pc:spChg chg="mod">
          <ac:chgData name="優輝 山崎" userId="099feebc822f5eb0" providerId="LiveId" clId="{73A6B8B1-F09A-4CA7-A6DD-D6E0491DF9D0}" dt="2023-11-06T06:49:18.717" v="91" actId="1076"/>
          <ac:spMkLst>
            <pc:docMk/>
            <pc:sldMk cId="1298807324" sldId="259"/>
            <ac:spMk id="2050" creationId="{FB0023B2-D32A-9E19-2422-C372DA08C7FB}"/>
          </ac:spMkLst>
        </pc:spChg>
        <pc:spChg chg="add del mod">
          <ac:chgData name="優輝 山崎" userId="099feebc822f5eb0" providerId="LiveId" clId="{73A6B8B1-F09A-4CA7-A6DD-D6E0491DF9D0}" dt="2023-11-06T06:49:57.208" v="111" actId="1076"/>
          <ac:spMkLst>
            <pc:docMk/>
            <pc:sldMk cId="1298807324" sldId="259"/>
            <ac:spMk id="2052" creationId="{0524B9D8-E281-50C1-BA3D-EE33F1D7CA47}"/>
          </ac:spMkLst>
        </pc:spChg>
        <pc:spChg chg="mod">
          <ac:chgData name="優輝 山崎" userId="099feebc822f5eb0" providerId="LiveId" clId="{73A6B8B1-F09A-4CA7-A6DD-D6E0491DF9D0}" dt="2023-11-06T06:49:32.568" v="93" actId="1076"/>
          <ac:spMkLst>
            <pc:docMk/>
            <pc:sldMk cId="1298807324" sldId="259"/>
            <ac:spMk id="2053" creationId="{6C7C5D88-D6B9-5528-F566-CA84B1D6CBDF}"/>
          </ac:spMkLst>
        </pc:spChg>
        <pc:picChg chg="add del">
          <ac:chgData name="優輝 山崎" userId="099feebc822f5eb0" providerId="LiveId" clId="{73A6B8B1-F09A-4CA7-A6DD-D6E0491DF9D0}" dt="2023-11-06T06:42:36.505" v="38" actId="478"/>
          <ac:picMkLst>
            <pc:docMk/>
            <pc:sldMk cId="1298807324" sldId="259"/>
            <ac:picMk id="4" creationId="{9200793B-EC73-F632-28FF-037D242BE96D}"/>
          </ac:picMkLst>
        </pc:picChg>
        <pc:picChg chg="add mod">
          <ac:chgData name="優輝 山崎" userId="099feebc822f5eb0" providerId="LiveId" clId="{73A6B8B1-F09A-4CA7-A6DD-D6E0491DF9D0}" dt="2023-11-06T06:43:36.473" v="45" actId="1076"/>
          <ac:picMkLst>
            <pc:docMk/>
            <pc:sldMk cId="1298807324" sldId="259"/>
            <ac:picMk id="7" creationId="{FEDD3AE2-4644-3BC3-CA2D-3033AB775323}"/>
          </ac:picMkLst>
        </pc:picChg>
        <pc:picChg chg="del">
          <ac:chgData name="優輝 山崎" userId="099feebc822f5eb0" providerId="LiveId" clId="{73A6B8B1-F09A-4CA7-A6DD-D6E0491DF9D0}" dt="2023-11-06T06:40:51.470" v="19" actId="478"/>
          <ac:picMkLst>
            <pc:docMk/>
            <pc:sldMk cId="1298807324" sldId="259"/>
            <ac:picMk id="10" creationId="{26D89E45-AB09-3161-501F-102B7F330D6B}"/>
          </ac:picMkLst>
        </pc:picChg>
        <pc:picChg chg="del">
          <ac:chgData name="優輝 山崎" userId="099feebc822f5eb0" providerId="LiveId" clId="{73A6B8B1-F09A-4CA7-A6DD-D6E0491DF9D0}" dt="2023-11-06T06:53:51.706" v="154" actId="478"/>
          <ac:picMkLst>
            <pc:docMk/>
            <pc:sldMk cId="1298807324" sldId="259"/>
            <ac:picMk id="1026" creationId="{93A9FEA1-1271-A3D8-A109-7361E13C96CA}"/>
          </ac:picMkLst>
        </pc:picChg>
        <pc:picChg chg="add mod">
          <ac:chgData name="優輝 山崎" userId="099feebc822f5eb0" providerId="LiveId" clId="{73A6B8B1-F09A-4CA7-A6DD-D6E0491DF9D0}" dt="2023-11-06T06:42:27.275" v="35" actId="167"/>
          <ac:picMkLst>
            <pc:docMk/>
            <pc:sldMk cId="1298807324" sldId="259"/>
            <ac:picMk id="1028" creationId="{8721A7CA-FFEC-41CE-681A-C0450219212E}"/>
          </ac:picMkLst>
        </pc:picChg>
        <pc:picChg chg="add del mod">
          <ac:chgData name="優輝 山崎" userId="099feebc822f5eb0" providerId="LiveId" clId="{73A6B8B1-F09A-4CA7-A6DD-D6E0491DF9D0}" dt="2023-11-06T07:07:57.936" v="201" actId="478"/>
          <ac:picMkLst>
            <pc:docMk/>
            <pc:sldMk cId="1298807324" sldId="259"/>
            <ac:picMk id="1030" creationId="{81A0CC22-4E18-B6AE-9A4C-CF23523078BE}"/>
          </ac:picMkLst>
        </pc:picChg>
        <pc:picChg chg="add mod">
          <ac:chgData name="優輝 山崎" userId="099feebc822f5eb0" providerId="LiveId" clId="{73A6B8B1-F09A-4CA7-A6DD-D6E0491DF9D0}" dt="2023-11-06T07:07:56.814" v="200" actId="167"/>
          <ac:picMkLst>
            <pc:docMk/>
            <pc:sldMk cId="1298807324" sldId="259"/>
            <ac:picMk id="2054" creationId="{09035DE0-46C5-6F2B-53A9-601CAB4CA746}"/>
          </ac:picMkLst>
        </pc:picChg>
      </pc:sldChg>
      <pc:sldChg chg="addSp delSp modSp mod">
        <pc:chgData name="優輝 山崎" userId="099feebc822f5eb0" providerId="LiveId" clId="{73A6B8B1-F09A-4CA7-A6DD-D6E0491DF9D0}" dt="2023-11-06T07:08:37.079" v="213" actId="478"/>
        <pc:sldMkLst>
          <pc:docMk/>
          <pc:sldMk cId="1383997838" sldId="260"/>
        </pc:sldMkLst>
        <pc:spChg chg="mod">
          <ac:chgData name="優輝 山崎" userId="099feebc822f5eb0" providerId="LiveId" clId="{73A6B8B1-F09A-4CA7-A6DD-D6E0491DF9D0}" dt="2023-11-06T06:54:45.765" v="168" actId="1076"/>
          <ac:spMkLst>
            <pc:docMk/>
            <pc:sldMk cId="1383997838" sldId="260"/>
            <ac:spMk id="2" creationId="{9F626F76-C019-986D-B72A-B3ED99ED2C1C}"/>
          </ac:spMkLst>
        </pc:spChg>
        <pc:spChg chg="mod">
          <ac:chgData name="優輝 山崎" userId="099feebc822f5eb0" providerId="LiveId" clId="{73A6B8B1-F09A-4CA7-A6DD-D6E0491DF9D0}" dt="2023-11-06T06:59:50.833" v="186" actId="14100"/>
          <ac:spMkLst>
            <pc:docMk/>
            <pc:sldMk cId="1383997838" sldId="260"/>
            <ac:spMk id="5" creationId="{FF42EA11-4A26-68DD-682A-139BA2510539}"/>
          </ac:spMkLst>
        </pc:spChg>
        <pc:spChg chg="del">
          <ac:chgData name="優輝 山崎" userId="099feebc822f5eb0" providerId="LiveId" clId="{73A6B8B1-F09A-4CA7-A6DD-D6E0491DF9D0}" dt="2023-11-06T06:59:21.122" v="182" actId="478"/>
          <ac:spMkLst>
            <pc:docMk/>
            <pc:sldMk cId="1383997838" sldId="260"/>
            <ac:spMk id="6" creationId="{474CA7A6-1774-19B8-EAB9-590281198D3C}"/>
          </ac:spMkLst>
        </pc:spChg>
        <pc:spChg chg="del">
          <ac:chgData name="優輝 山崎" userId="099feebc822f5eb0" providerId="LiveId" clId="{73A6B8B1-F09A-4CA7-A6DD-D6E0491DF9D0}" dt="2023-11-06T06:59:23.695" v="183" actId="478"/>
          <ac:spMkLst>
            <pc:docMk/>
            <pc:sldMk cId="1383997838" sldId="260"/>
            <ac:spMk id="7" creationId="{AD8FD7EF-8CD3-A916-8D60-862CA8DA81E6}"/>
          </ac:spMkLst>
        </pc:spChg>
        <pc:spChg chg="mod">
          <ac:chgData name="優輝 山崎" userId="099feebc822f5eb0" providerId="LiveId" clId="{73A6B8B1-F09A-4CA7-A6DD-D6E0491DF9D0}" dt="2023-11-06T06:54:49.745" v="169" actId="1076"/>
          <ac:spMkLst>
            <pc:docMk/>
            <pc:sldMk cId="1383997838" sldId="260"/>
            <ac:spMk id="16" creationId="{7990175C-C394-4FCF-E2B7-8653C7FF2973}"/>
          </ac:spMkLst>
        </pc:spChg>
        <pc:picChg chg="add mod">
          <ac:chgData name="優輝 山崎" userId="099feebc822f5eb0" providerId="LiveId" clId="{73A6B8B1-F09A-4CA7-A6DD-D6E0491DF9D0}" dt="2023-11-06T07:08:02.110" v="203" actId="167"/>
          <ac:picMkLst>
            <pc:docMk/>
            <pc:sldMk cId="1383997838" sldId="260"/>
            <ac:picMk id="8" creationId="{D2DDCB93-1F17-102F-2DCA-3079055F14FD}"/>
          </ac:picMkLst>
        </pc:picChg>
        <pc:picChg chg="del">
          <ac:chgData name="優輝 山崎" userId="099feebc822f5eb0" providerId="LiveId" clId="{73A6B8B1-F09A-4CA7-A6DD-D6E0491DF9D0}" dt="2023-11-06T06:54:37.629" v="165" actId="478"/>
          <ac:picMkLst>
            <pc:docMk/>
            <pc:sldMk cId="1383997838" sldId="260"/>
            <ac:picMk id="1026" creationId="{93A9FEA1-1271-A3D8-A109-7361E13C96CA}"/>
          </ac:picMkLst>
        </pc:picChg>
        <pc:picChg chg="del">
          <ac:chgData name="優輝 山崎" userId="099feebc822f5eb0" providerId="LiveId" clId="{73A6B8B1-F09A-4CA7-A6DD-D6E0491DF9D0}" dt="2023-11-06T06:59:06.437" v="181" actId="478"/>
          <ac:picMkLst>
            <pc:docMk/>
            <pc:sldMk cId="1383997838" sldId="260"/>
            <ac:picMk id="3074" creationId="{4FFF22C4-30E9-2F6D-73C5-477B65C115DF}"/>
          </ac:picMkLst>
        </pc:picChg>
        <pc:picChg chg="add del mod">
          <ac:chgData name="優輝 山崎" userId="099feebc822f5eb0" providerId="LiveId" clId="{73A6B8B1-F09A-4CA7-A6DD-D6E0491DF9D0}" dt="2023-11-06T07:08:03.347" v="204" actId="478"/>
          <ac:picMkLst>
            <pc:docMk/>
            <pc:sldMk cId="1383997838" sldId="260"/>
            <ac:picMk id="5122" creationId="{ADE8CEB6-2FE4-5124-8C2B-BA93164D70F1}"/>
          </ac:picMkLst>
        </pc:picChg>
        <pc:picChg chg="add del mod">
          <ac:chgData name="優輝 山崎" userId="099feebc822f5eb0" providerId="LiveId" clId="{73A6B8B1-F09A-4CA7-A6DD-D6E0491DF9D0}" dt="2023-11-06T07:08:37.079" v="213" actId="478"/>
          <ac:picMkLst>
            <pc:docMk/>
            <pc:sldMk cId="1383997838" sldId="260"/>
            <ac:picMk id="5124" creationId="{69A70F73-8EAD-E440-6C95-79FDDD81936F}"/>
          </ac:picMkLst>
        </pc:picChg>
        <pc:picChg chg="add mod">
          <ac:chgData name="優輝 山崎" userId="099feebc822f5eb0" providerId="LiveId" clId="{73A6B8B1-F09A-4CA7-A6DD-D6E0491DF9D0}" dt="2023-11-06T07:08:36.023" v="212" actId="167"/>
          <ac:picMkLst>
            <pc:docMk/>
            <pc:sldMk cId="1383997838" sldId="260"/>
            <ac:picMk id="5126" creationId="{A374BF72-DA70-8042-8E93-D7ED1FF0B2D4}"/>
          </ac:picMkLst>
        </pc:picChg>
      </pc:sldChg>
      <pc:sldChg chg="addSp delSp modSp add mod ord">
        <pc:chgData name="優輝 山崎" userId="099feebc822f5eb0" providerId="LiveId" clId="{73A6B8B1-F09A-4CA7-A6DD-D6E0491DF9D0}" dt="2023-11-06T07:16:47.330" v="237" actId="22"/>
        <pc:sldMkLst>
          <pc:docMk/>
          <pc:sldMk cId="291472785" sldId="261"/>
        </pc:sldMkLst>
        <pc:spChg chg="del">
          <ac:chgData name="優輝 山崎" userId="099feebc822f5eb0" providerId="LiveId" clId="{73A6B8B1-F09A-4CA7-A6DD-D6E0491DF9D0}" dt="2023-11-06T06:56:11.416" v="173" actId="478"/>
          <ac:spMkLst>
            <pc:docMk/>
            <pc:sldMk cId="291472785" sldId="261"/>
            <ac:spMk id="2" creationId="{9F626F76-C019-986D-B72A-B3ED99ED2C1C}"/>
          </ac:spMkLst>
        </pc:spChg>
        <pc:spChg chg="del">
          <ac:chgData name="優輝 山崎" userId="099feebc822f5eb0" providerId="LiveId" clId="{73A6B8B1-F09A-4CA7-A6DD-D6E0491DF9D0}" dt="2023-11-06T06:56:08.912" v="171" actId="478"/>
          <ac:spMkLst>
            <pc:docMk/>
            <pc:sldMk cId="291472785" sldId="261"/>
            <ac:spMk id="3" creationId="{8DB16950-C06F-2862-5532-55CB4E760A74}"/>
          </ac:spMkLst>
        </pc:spChg>
        <pc:spChg chg="del">
          <ac:chgData name="優輝 山崎" userId="099feebc822f5eb0" providerId="LiveId" clId="{73A6B8B1-F09A-4CA7-A6DD-D6E0491DF9D0}" dt="2023-11-06T06:56:10.441" v="172" actId="478"/>
          <ac:spMkLst>
            <pc:docMk/>
            <pc:sldMk cId="291472785" sldId="261"/>
            <ac:spMk id="16" creationId="{7990175C-C394-4FCF-E2B7-8653C7FF2973}"/>
          </ac:spMkLst>
        </pc:spChg>
        <pc:picChg chg="del">
          <ac:chgData name="優輝 山崎" userId="099feebc822f5eb0" providerId="LiveId" clId="{73A6B8B1-F09A-4CA7-A6DD-D6E0491DF9D0}" dt="2023-11-06T06:32:03.960" v="4" actId="478"/>
          <ac:picMkLst>
            <pc:docMk/>
            <pc:sldMk cId="291472785" sldId="261"/>
            <ac:picMk id="5" creationId="{B88F24BF-EE3E-2679-29AE-4263384519CB}"/>
          </ac:picMkLst>
        </pc:picChg>
        <pc:picChg chg="del mod">
          <ac:chgData name="優輝 山崎" userId="099feebc822f5eb0" providerId="LiveId" clId="{73A6B8B1-F09A-4CA7-A6DD-D6E0491DF9D0}" dt="2023-11-06T06:56:05.371" v="170" actId="478"/>
          <ac:picMkLst>
            <pc:docMk/>
            <pc:sldMk cId="291472785" sldId="261"/>
            <ac:picMk id="6" creationId="{298AA5D4-2810-6E35-936C-248A56884222}"/>
          </ac:picMkLst>
        </pc:picChg>
        <pc:picChg chg="add mod">
          <ac:chgData name="優輝 山崎" userId="099feebc822f5eb0" providerId="LiveId" clId="{73A6B8B1-F09A-4CA7-A6DD-D6E0491DF9D0}" dt="2023-11-06T07:16:34.489" v="235" actId="14100"/>
          <ac:picMkLst>
            <pc:docMk/>
            <pc:sldMk cId="291472785" sldId="261"/>
            <ac:picMk id="7" creationId="{ECE6D960-58C7-FA3C-A448-271A765A0B8C}"/>
          </ac:picMkLst>
        </pc:picChg>
        <pc:picChg chg="add del">
          <ac:chgData name="優輝 山崎" userId="099feebc822f5eb0" providerId="LiveId" clId="{73A6B8B1-F09A-4CA7-A6DD-D6E0491DF9D0}" dt="2023-11-06T07:16:47.330" v="237" actId="22"/>
          <ac:picMkLst>
            <pc:docMk/>
            <pc:sldMk cId="291472785" sldId="261"/>
            <ac:picMk id="9" creationId="{55EC67A8-2FC2-3EEF-242A-8193B8D46912}"/>
          </ac:picMkLst>
        </pc:picChg>
        <pc:picChg chg="del">
          <ac:chgData name="優輝 山崎" userId="099feebc822f5eb0" providerId="LiveId" clId="{73A6B8B1-F09A-4CA7-A6DD-D6E0491DF9D0}" dt="2023-11-06T06:32:02.156" v="3" actId="478"/>
          <ac:picMkLst>
            <pc:docMk/>
            <pc:sldMk cId="291472785" sldId="261"/>
            <ac:picMk id="1026" creationId="{93A9FEA1-1271-A3D8-A109-7361E13C96CA}"/>
          </ac:picMkLst>
        </pc:picChg>
      </pc:sldChg>
      <pc:sldChg chg="addSp delSp modSp add mod">
        <pc:chgData name="優輝 山崎" userId="099feebc822f5eb0" providerId="LiveId" clId="{73A6B8B1-F09A-4CA7-A6DD-D6E0491DF9D0}" dt="2023-11-06T07:10:28.669" v="233" actId="1076"/>
        <pc:sldMkLst>
          <pc:docMk/>
          <pc:sldMk cId="2949822650" sldId="262"/>
        </pc:sldMkLst>
        <pc:spChg chg="mod">
          <ac:chgData name="優輝 山崎" userId="099feebc822f5eb0" providerId="LiveId" clId="{73A6B8B1-F09A-4CA7-A6DD-D6E0491DF9D0}" dt="2023-11-06T07:09:23.131" v="222" actId="14100"/>
          <ac:spMkLst>
            <pc:docMk/>
            <pc:sldMk cId="2949822650" sldId="262"/>
            <ac:spMk id="2" creationId="{9F626F76-C019-986D-B72A-B3ED99ED2C1C}"/>
          </ac:spMkLst>
        </pc:spChg>
        <pc:spChg chg="mod">
          <ac:chgData name="優輝 山崎" userId="099feebc822f5eb0" providerId="LiveId" clId="{73A6B8B1-F09A-4CA7-A6DD-D6E0491DF9D0}" dt="2023-11-06T07:09:08.200" v="219" actId="14100"/>
          <ac:spMkLst>
            <pc:docMk/>
            <pc:sldMk cId="2949822650" sldId="262"/>
            <ac:spMk id="4" creationId="{6D9E1912-A7F3-6DC7-B708-175F7AA47F6D}"/>
          </ac:spMkLst>
        </pc:spChg>
        <pc:spChg chg="mod">
          <ac:chgData name="優輝 山崎" userId="099feebc822f5eb0" providerId="LiveId" clId="{73A6B8B1-F09A-4CA7-A6DD-D6E0491DF9D0}" dt="2023-11-06T07:10:19.635" v="232" actId="14100"/>
          <ac:spMkLst>
            <pc:docMk/>
            <pc:sldMk cId="2949822650" sldId="262"/>
            <ac:spMk id="5" creationId="{FF42EA11-4A26-68DD-682A-139BA2510539}"/>
          </ac:spMkLst>
        </pc:spChg>
        <pc:spChg chg="mod">
          <ac:chgData name="優輝 山崎" userId="099feebc822f5eb0" providerId="LiveId" clId="{73A6B8B1-F09A-4CA7-A6DD-D6E0491DF9D0}" dt="2023-11-06T07:10:28.669" v="233" actId="1076"/>
          <ac:spMkLst>
            <pc:docMk/>
            <pc:sldMk cId="2949822650" sldId="262"/>
            <ac:spMk id="11" creationId="{7A6C555D-970A-9253-D664-58AD8D0AC22B}"/>
          </ac:spMkLst>
        </pc:spChg>
        <pc:spChg chg="mod">
          <ac:chgData name="優輝 山崎" userId="099feebc822f5eb0" providerId="LiveId" clId="{73A6B8B1-F09A-4CA7-A6DD-D6E0491DF9D0}" dt="2023-11-06T07:09:11.668" v="220" actId="1076"/>
          <ac:spMkLst>
            <pc:docMk/>
            <pc:sldMk cId="2949822650" sldId="262"/>
            <ac:spMk id="15" creationId="{877BAB40-0EBF-7672-4E8E-63BFF7EE64C8}"/>
          </ac:spMkLst>
        </pc:spChg>
        <pc:spChg chg="mod">
          <ac:chgData name="優輝 山崎" userId="099feebc822f5eb0" providerId="LiveId" clId="{73A6B8B1-F09A-4CA7-A6DD-D6E0491DF9D0}" dt="2023-11-06T07:09:26.500" v="223" actId="1076"/>
          <ac:spMkLst>
            <pc:docMk/>
            <pc:sldMk cId="2949822650" sldId="262"/>
            <ac:spMk id="16" creationId="{7990175C-C394-4FCF-E2B7-8653C7FF2973}"/>
          </ac:spMkLst>
        </pc:spChg>
        <pc:picChg chg="mod">
          <ac:chgData name="優輝 山崎" userId="099feebc822f5eb0" providerId="LiveId" clId="{73A6B8B1-F09A-4CA7-A6DD-D6E0491DF9D0}" dt="2023-11-06T07:08:59.249" v="217" actId="1076"/>
          <ac:picMkLst>
            <pc:docMk/>
            <pc:sldMk cId="2949822650" sldId="262"/>
            <ac:picMk id="8" creationId="{D2DDCB93-1F17-102F-2DCA-3079055F14FD}"/>
          </ac:picMkLst>
        </pc:picChg>
        <pc:picChg chg="del">
          <ac:chgData name="優輝 山崎" userId="099feebc822f5eb0" providerId="LiveId" clId="{73A6B8B1-F09A-4CA7-A6DD-D6E0491DF9D0}" dt="2023-11-06T07:09:59.857" v="229" actId="478"/>
          <ac:picMkLst>
            <pc:docMk/>
            <pc:sldMk cId="2949822650" sldId="262"/>
            <ac:picMk id="5126" creationId="{A374BF72-DA70-8042-8E93-D7ED1FF0B2D4}"/>
          </ac:picMkLst>
        </pc:picChg>
        <pc:picChg chg="add mod">
          <ac:chgData name="優輝 山崎" userId="099feebc822f5eb0" providerId="LiveId" clId="{73A6B8B1-F09A-4CA7-A6DD-D6E0491DF9D0}" dt="2023-11-06T07:09:58.707" v="228" actId="167"/>
          <ac:picMkLst>
            <pc:docMk/>
            <pc:sldMk cId="2949822650" sldId="262"/>
            <ac:picMk id="6146" creationId="{01CCA16F-0CB0-9D65-08F4-1012402946F0}"/>
          </ac:picMkLst>
        </pc:picChg>
      </pc:sldChg>
      <pc:sldChg chg="addSp delSp modSp add mod">
        <pc:chgData name="優輝 山崎" userId="099feebc822f5eb0" providerId="LiveId" clId="{73A6B8B1-F09A-4CA7-A6DD-D6E0491DF9D0}" dt="2023-11-06T07:19:04.081" v="243" actId="478"/>
        <pc:sldMkLst>
          <pc:docMk/>
          <pc:sldMk cId="1500072132" sldId="263"/>
        </pc:sldMkLst>
        <pc:picChg chg="add mod ord">
          <ac:chgData name="優輝 山崎" userId="099feebc822f5eb0" providerId="LiveId" clId="{73A6B8B1-F09A-4CA7-A6DD-D6E0491DF9D0}" dt="2023-11-06T07:19:02.705" v="242" actId="167"/>
          <ac:picMkLst>
            <pc:docMk/>
            <pc:sldMk cId="1500072132" sldId="263"/>
            <ac:picMk id="3" creationId="{2480AEC2-CC5A-16E2-23E6-D63EC95E711F}"/>
          </ac:picMkLst>
        </pc:picChg>
        <pc:picChg chg="del">
          <ac:chgData name="優輝 山崎" userId="099feebc822f5eb0" providerId="LiveId" clId="{73A6B8B1-F09A-4CA7-A6DD-D6E0491DF9D0}" dt="2023-11-06T07:19:04.081" v="243" actId="478"/>
          <ac:picMkLst>
            <pc:docMk/>
            <pc:sldMk cId="1500072132" sldId="263"/>
            <ac:picMk id="7" creationId="{ECE6D960-58C7-FA3C-A448-271A765A0B8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3FAEDC-3147-231B-43AD-F35BBE37A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290740-2D4B-748B-025B-A8DD8EDC3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775A92-6062-CA60-FB61-3D7ECDD1A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E289A7-945E-93DE-D6B6-D4886258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F76232-1AD3-28E7-3DB0-E36312F96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702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B1032-7ED6-F678-2940-2D82C029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4C365A-94B8-7584-4317-202E57E68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FA5CCC-BFA3-0ECF-2AAF-0A16BDB6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290BA9-8083-F15A-2BE4-9709F3F3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3CF526-FA17-1316-16CA-1FD89B9F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932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081C46-498F-F9BC-B854-28FCAF55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DAF263-C036-8182-17B1-8A8C9046F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DB7961-8EB8-317F-6757-5E81F858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863F75-0E35-FEA4-77C4-3639DE9EE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E2F94D-1E26-8D23-B101-8F42CC55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009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C33C16-B522-9FA2-A750-626C5B9C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0C901E-2D9B-8F89-DC0E-67ECF744A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2662F4-A67D-7D9D-AB40-517AA4E4C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CC5918-9950-E184-0DA8-9D449CA5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CBCDE-D061-FF65-523D-5653446D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6F16FC-3EF8-B641-20B1-A1CC7FFF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8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09B187-3707-9A77-05BE-5FC50A22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0B0D1F-84D0-5BD5-AD05-9490DD77A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221EBC-4EDE-B70F-AEA0-9F4F7E329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5669E1A-F99A-F6E6-6C97-D9B23BD8B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FBA8C05-65A1-F8E1-127A-DD7360A3B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F561F9-66F9-AFF4-9F7C-FD8E649A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4772AE9-6477-B165-26BB-314019F7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A51A0A1-AC2F-F5FC-ECAD-B4EB16CF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894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46C3BC-863E-9913-9FD6-D031B786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54BAC7-0C45-89FF-30C7-44E2FE15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7B6FB8-4B75-832D-74E7-2B029991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DDF2B2D-6CAC-018C-42FB-D07D8D96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25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B50214-BC9D-48FA-8D79-66D1FF13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1DB2EB-4A32-CD87-64D9-F51584A4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F2D748-A3C8-B79D-0939-EBB615CF4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831FE-4FE3-6667-DE6A-409F4623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C6F547-8EBC-C626-DABE-15332A9DE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F36EDF-0655-62E1-9FD2-9F08DAF86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DAD3F0-9E03-D8BB-7994-53D5FAB3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08B13E-1953-7458-394A-488EA272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D6FD4-A9D8-ECCF-186D-5F2B4FBF8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008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6900FC-84A1-8656-994B-0AB3568E7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43AD9A9-D7E7-1DE0-3057-BE27F55F9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85A2FA-0BC5-99CB-D405-56211EB97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664ED1-2F48-38C9-BC8E-B2FCB79C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7F051E-5A84-595A-5635-C191E59E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8FC5C4-92F7-9DD9-8055-98255599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29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BAA40D-E210-E118-2E34-5757009D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6D7613-708F-2FB9-A335-58590653D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5E0E59-99B9-C0A1-98BD-D331F750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44BA2A-6E7C-5DCA-282A-4FD31902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FEEF92-B6A6-7A30-B93C-797E03DB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251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6EE63E-7E52-8C0D-4BE0-52C30B1C0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477D85-BE2D-7EAF-A23F-70C631C68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B32F90-B001-FAF2-682A-7DABC8322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5F517B-A7E1-9970-4D49-BFD3165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6C6279-4417-2611-F4C9-449DBEFC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308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EDA2D6-DA56-1AE4-9282-73420DDB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360F72-1DF4-6C6C-EBD5-527D0FB45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D75074-5573-75F5-C7B3-F19458C45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9BE4B-1A59-40D9-9E47-E2415180CD31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A94D02-9A30-5D29-7F3D-F1C62B86C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8A7B67-9233-AE32-5C29-31D5ACE1E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786F0-6E2E-4075-81B8-7EAE04E69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926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BF588642-6D78-F945-80EF-9445B7A5C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452133"/>
            <a:ext cx="3504075" cy="758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D9E1912-A7F3-6DC7-B708-175F7AA47F6D}"/>
              </a:ext>
            </a:extLst>
          </p:cNvPr>
          <p:cNvSpPr/>
          <p:nvPr/>
        </p:nvSpPr>
        <p:spPr>
          <a:xfrm>
            <a:off x="433139" y="1963554"/>
            <a:ext cx="981776" cy="2310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F626F76-C019-986D-B72A-B3ED99ED2C1C}"/>
              </a:ext>
            </a:extLst>
          </p:cNvPr>
          <p:cNvSpPr/>
          <p:nvPr/>
        </p:nvSpPr>
        <p:spPr>
          <a:xfrm>
            <a:off x="433139" y="2664594"/>
            <a:ext cx="981776" cy="2310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77BAB40-0EBF-7672-4E8E-63BFF7EE64C8}"/>
              </a:ext>
            </a:extLst>
          </p:cNvPr>
          <p:cNvSpPr txBox="1"/>
          <p:nvPr/>
        </p:nvSpPr>
        <p:spPr>
          <a:xfrm>
            <a:off x="1414914" y="1860248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990175C-C394-4FCF-E2B7-8653C7FF2973}"/>
              </a:ext>
            </a:extLst>
          </p:cNvPr>
          <p:cNvSpPr txBox="1"/>
          <p:nvPr/>
        </p:nvSpPr>
        <p:spPr>
          <a:xfrm>
            <a:off x="1414913" y="2549264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8DB16950-C06F-2862-5532-55CB4E760A74}"/>
              </a:ext>
            </a:extLst>
          </p:cNvPr>
          <p:cNvSpPr/>
          <p:nvPr/>
        </p:nvSpPr>
        <p:spPr>
          <a:xfrm>
            <a:off x="3610658" y="3096039"/>
            <a:ext cx="503303" cy="66592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F920C87-7B7A-E833-3521-FAF8472D7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49" y="-452131"/>
            <a:ext cx="3493970" cy="759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74CA7A6-1774-19B8-EAB9-590281198D3C}"/>
              </a:ext>
            </a:extLst>
          </p:cNvPr>
          <p:cNvSpPr/>
          <p:nvPr/>
        </p:nvSpPr>
        <p:spPr>
          <a:xfrm>
            <a:off x="5857322" y="6230791"/>
            <a:ext cx="1463038" cy="5919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8FD7EF-8CD3-A916-8D60-862CA8DA81E6}"/>
              </a:ext>
            </a:extLst>
          </p:cNvPr>
          <p:cNvSpPr txBox="1"/>
          <p:nvPr/>
        </p:nvSpPr>
        <p:spPr>
          <a:xfrm>
            <a:off x="6309707" y="5807627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193919E2-46A7-304C-8A7A-6349445088E9}"/>
              </a:ext>
            </a:extLst>
          </p:cNvPr>
          <p:cNvSpPr/>
          <p:nvPr/>
        </p:nvSpPr>
        <p:spPr>
          <a:xfrm>
            <a:off x="7841307" y="3096039"/>
            <a:ext cx="503303" cy="66592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96D3B88-87D7-9E1B-CA9B-BC9416EC2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97" y="-452132"/>
            <a:ext cx="3512555" cy="759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9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F44E0A-9E31-0C25-588A-140729AB2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452133"/>
            <a:ext cx="3504075" cy="758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A6FCEE9-0B86-A578-238B-10057DC8A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49" y="-465582"/>
            <a:ext cx="3510290" cy="759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8EF57B78-1CB3-95DA-783B-01A47CD6A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346" y="-452131"/>
            <a:ext cx="3510290" cy="7597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D9E1912-A7F3-6DC7-B708-175F7AA47F6D}"/>
              </a:ext>
            </a:extLst>
          </p:cNvPr>
          <p:cNvSpPr/>
          <p:nvPr/>
        </p:nvSpPr>
        <p:spPr>
          <a:xfrm>
            <a:off x="467433" y="2193217"/>
            <a:ext cx="981776" cy="2310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F626F76-C019-986D-B72A-B3ED99ED2C1C}"/>
              </a:ext>
            </a:extLst>
          </p:cNvPr>
          <p:cNvSpPr/>
          <p:nvPr/>
        </p:nvSpPr>
        <p:spPr>
          <a:xfrm>
            <a:off x="467433" y="2933927"/>
            <a:ext cx="981776" cy="2310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77BAB40-0EBF-7672-4E8E-63BFF7EE64C8}"/>
              </a:ext>
            </a:extLst>
          </p:cNvPr>
          <p:cNvSpPr txBox="1"/>
          <p:nvPr/>
        </p:nvSpPr>
        <p:spPr>
          <a:xfrm>
            <a:off x="1542882" y="2077887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990175C-C394-4FCF-E2B7-8653C7FF2973}"/>
              </a:ext>
            </a:extLst>
          </p:cNvPr>
          <p:cNvSpPr txBox="1"/>
          <p:nvPr/>
        </p:nvSpPr>
        <p:spPr>
          <a:xfrm>
            <a:off x="1542881" y="2818597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8DB16950-C06F-2862-5532-55CB4E760A74}"/>
              </a:ext>
            </a:extLst>
          </p:cNvPr>
          <p:cNvSpPr/>
          <p:nvPr/>
        </p:nvSpPr>
        <p:spPr>
          <a:xfrm>
            <a:off x="3610658" y="3096039"/>
            <a:ext cx="503303" cy="66592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74CA7A6-1774-19B8-EAB9-590281198D3C}"/>
              </a:ext>
            </a:extLst>
          </p:cNvPr>
          <p:cNvSpPr/>
          <p:nvPr/>
        </p:nvSpPr>
        <p:spPr>
          <a:xfrm>
            <a:off x="5575300" y="6230791"/>
            <a:ext cx="1745060" cy="5919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8FD7EF-8CD3-A916-8D60-862CA8DA81E6}"/>
              </a:ext>
            </a:extLst>
          </p:cNvPr>
          <p:cNvSpPr txBox="1"/>
          <p:nvPr/>
        </p:nvSpPr>
        <p:spPr>
          <a:xfrm>
            <a:off x="6309707" y="5807627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193919E2-46A7-304C-8A7A-6349445088E9}"/>
              </a:ext>
            </a:extLst>
          </p:cNvPr>
          <p:cNvSpPr/>
          <p:nvPr/>
        </p:nvSpPr>
        <p:spPr>
          <a:xfrm>
            <a:off x="7857627" y="3096039"/>
            <a:ext cx="503303" cy="66592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161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0BA93D20-45B2-33F6-7955-92349E78D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452133"/>
            <a:ext cx="3504075" cy="758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88F24BF-EE3E-2679-29AE-426338451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48" y="-452131"/>
            <a:ext cx="3504075" cy="758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F626F76-C019-986D-B72A-B3ED99ED2C1C}"/>
              </a:ext>
            </a:extLst>
          </p:cNvPr>
          <p:cNvSpPr/>
          <p:nvPr/>
        </p:nvSpPr>
        <p:spPr>
          <a:xfrm>
            <a:off x="452387" y="3570973"/>
            <a:ext cx="2165685" cy="29838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990175C-C394-4FCF-E2B7-8653C7FF2973}"/>
              </a:ext>
            </a:extLst>
          </p:cNvPr>
          <p:cNvSpPr txBox="1"/>
          <p:nvPr/>
        </p:nvSpPr>
        <p:spPr>
          <a:xfrm>
            <a:off x="2107933" y="3144600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8DB16950-C06F-2862-5532-55CB4E760A74}"/>
              </a:ext>
            </a:extLst>
          </p:cNvPr>
          <p:cNvSpPr/>
          <p:nvPr/>
        </p:nvSpPr>
        <p:spPr>
          <a:xfrm>
            <a:off x="3610658" y="3096039"/>
            <a:ext cx="503303" cy="66592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10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4">
            <a:extLst>
              <a:ext uri="{FF2B5EF4-FFF2-40B4-BE49-F238E27FC236}">
                <a16:creationId xmlns:a16="http://schemas.microsoft.com/office/drawing/2014/main" id="{09035DE0-46C5-6F2B-53A9-601CAB4CA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452133"/>
            <a:ext cx="3504075" cy="758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721A7CA-FFEC-41CE-681A-C04502192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317" y="-452135"/>
            <a:ext cx="3493970" cy="756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EDD3AE2-4644-3BC3-CA2D-3033AB775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708" y="-452134"/>
            <a:ext cx="3496271" cy="756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F626F76-C019-986D-B72A-B3ED99ED2C1C}"/>
              </a:ext>
            </a:extLst>
          </p:cNvPr>
          <p:cNvSpPr/>
          <p:nvPr/>
        </p:nvSpPr>
        <p:spPr>
          <a:xfrm>
            <a:off x="490888" y="3339967"/>
            <a:ext cx="1405289" cy="2570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990175C-C394-4FCF-E2B7-8653C7FF2973}"/>
              </a:ext>
            </a:extLst>
          </p:cNvPr>
          <p:cNvSpPr txBox="1"/>
          <p:nvPr/>
        </p:nvSpPr>
        <p:spPr>
          <a:xfrm>
            <a:off x="1824793" y="3006813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8DB16950-C06F-2862-5532-55CB4E760A74}"/>
              </a:ext>
            </a:extLst>
          </p:cNvPr>
          <p:cNvSpPr/>
          <p:nvPr/>
        </p:nvSpPr>
        <p:spPr>
          <a:xfrm>
            <a:off x="3610658" y="3096039"/>
            <a:ext cx="503303" cy="66592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74CA7A6-1774-19B8-EAB9-590281198D3C}"/>
              </a:ext>
            </a:extLst>
          </p:cNvPr>
          <p:cNvSpPr/>
          <p:nvPr/>
        </p:nvSpPr>
        <p:spPr>
          <a:xfrm>
            <a:off x="5149565" y="667516"/>
            <a:ext cx="1020229" cy="41051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1F17BDC-4A52-C4DD-1B66-9908B9298C36}"/>
              </a:ext>
            </a:extLst>
          </p:cNvPr>
          <p:cNvSpPr/>
          <p:nvPr/>
        </p:nvSpPr>
        <p:spPr>
          <a:xfrm>
            <a:off x="4743291" y="6212330"/>
            <a:ext cx="2552657" cy="67935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459C687-1829-1B0D-59EA-9AE12AD5C2BC}"/>
              </a:ext>
            </a:extLst>
          </p:cNvPr>
          <p:cNvSpPr txBox="1"/>
          <p:nvPr/>
        </p:nvSpPr>
        <p:spPr>
          <a:xfrm>
            <a:off x="4898162" y="5759066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③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641F1A5-EA76-7C73-7691-12001C0A5794}"/>
              </a:ext>
            </a:extLst>
          </p:cNvPr>
          <p:cNvSpPr/>
          <p:nvPr/>
        </p:nvSpPr>
        <p:spPr>
          <a:xfrm>
            <a:off x="4515969" y="656238"/>
            <a:ext cx="742862" cy="4105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7BE5FBE-8509-B945-3E05-D73D82F7BA01}"/>
              </a:ext>
            </a:extLst>
          </p:cNvPr>
          <p:cNvSpPr txBox="1"/>
          <p:nvPr/>
        </p:nvSpPr>
        <p:spPr>
          <a:xfrm>
            <a:off x="4065266" y="534993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799FC2-DFAE-0C86-9A85-E554C2522548}"/>
              </a:ext>
            </a:extLst>
          </p:cNvPr>
          <p:cNvSpPr txBox="1"/>
          <p:nvPr/>
        </p:nvSpPr>
        <p:spPr>
          <a:xfrm>
            <a:off x="7791646" y="3036530"/>
            <a:ext cx="85341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0000"/>
                </a:solidFill>
              </a:rPr>
              <a:t>OR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91B9FF-ED6E-0514-001A-FC9A6C1056E6}"/>
              </a:ext>
            </a:extLst>
          </p:cNvPr>
          <p:cNvSpPr txBox="1"/>
          <p:nvPr/>
        </p:nvSpPr>
        <p:spPr>
          <a:xfrm>
            <a:off x="8741397" y="630662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ACFC1FC-8CD6-CFB8-92E5-FBC1309ADBE8}"/>
              </a:ext>
            </a:extLst>
          </p:cNvPr>
          <p:cNvSpPr/>
          <p:nvPr/>
        </p:nvSpPr>
        <p:spPr>
          <a:xfrm>
            <a:off x="9211363" y="743251"/>
            <a:ext cx="846471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6B429B6C-5F6C-1FEC-E190-E40543450D7F}"/>
              </a:ext>
            </a:extLst>
          </p:cNvPr>
          <p:cNvSpPr/>
          <p:nvPr/>
        </p:nvSpPr>
        <p:spPr>
          <a:xfrm>
            <a:off x="9180584" y="6212330"/>
            <a:ext cx="1754500" cy="67935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D482B86-08DD-19E9-1131-9ED3D2325334}"/>
              </a:ext>
            </a:extLst>
          </p:cNvPr>
          <p:cNvSpPr txBox="1"/>
          <p:nvPr/>
        </p:nvSpPr>
        <p:spPr>
          <a:xfrm>
            <a:off x="9253890" y="5800718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③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1A0AB9B5-41F4-31F7-92DA-5BF41FB379A4}"/>
              </a:ext>
            </a:extLst>
          </p:cNvPr>
          <p:cNvSpPr/>
          <p:nvPr/>
        </p:nvSpPr>
        <p:spPr>
          <a:xfrm>
            <a:off x="9993259" y="734598"/>
            <a:ext cx="764367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72C5729-1F91-35F3-9181-DAB1BA8DB943}"/>
              </a:ext>
            </a:extLst>
          </p:cNvPr>
          <p:cNvSpPr/>
          <p:nvPr/>
        </p:nvSpPr>
        <p:spPr>
          <a:xfrm>
            <a:off x="4655083" y="1397106"/>
            <a:ext cx="581060" cy="2776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35ADD9D3-E7E2-21FE-A230-390D388D52F7}"/>
              </a:ext>
            </a:extLst>
          </p:cNvPr>
          <p:cNvSpPr/>
          <p:nvPr/>
        </p:nvSpPr>
        <p:spPr>
          <a:xfrm>
            <a:off x="9404705" y="1365168"/>
            <a:ext cx="665269" cy="3594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A61F39D-A3B2-D15F-63D8-EBD88377A0A5}"/>
              </a:ext>
            </a:extLst>
          </p:cNvPr>
          <p:cNvSpPr/>
          <p:nvPr/>
        </p:nvSpPr>
        <p:spPr>
          <a:xfrm>
            <a:off x="5318329" y="1397106"/>
            <a:ext cx="841839" cy="2873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675C9708-3ABA-D31E-FA15-C87EBBDDA653}"/>
              </a:ext>
            </a:extLst>
          </p:cNvPr>
          <p:cNvSpPr/>
          <p:nvPr/>
        </p:nvSpPr>
        <p:spPr>
          <a:xfrm>
            <a:off x="10193300" y="1352550"/>
            <a:ext cx="1045718" cy="3594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FF04AB1-4719-1463-C825-B8983D0973B7}"/>
              </a:ext>
            </a:extLst>
          </p:cNvPr>
          <p:cNvSpPr txBox="1"/>
          <p:nvPr/>
        </p:nvSpPr>
        <p:spPr>
          <a:xfrm>
            <a:off x="6625642" y="534993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⑥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AE9F5FB3-7652-EF9C-EACA-5927138D9094}"/>
              </a:ext>
            </a:extLst>
          </p:cNvPr>
          <p:cNvSpPr txBox="1"/>
          <p:nvPr/>
        </p:nvSpPr>
        <p:spPr>
          <a:xfrm>
            <a:off x="11537736" y="616364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⑥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49" name="テキスト ボックス 2048">
            <a:extLst>
              <a:ext uri="{FF2B5EF4-FFF2-40B4-BE49-F238E27FC236}">
                <a16:creationId xmlns:a16="http://schemas.microsoft.com/office/drawing/2014/main" id="{A7E3A90C-59DE-87CB-B485-B0CEDD3F5CF5}"/>
              </a:ext>
            </a:extLst>
          </p:cNvPr>
          <p:cNvSpPr txBox="1"/>
          <p:nvPr/>
        </p:nvSpPr>
        <p:spPr>
          <a:xfrm>
            <a:off x="4231269" y="1291237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⑦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50" name="テキスト ボックス 2049">
            <a:extLst>
              <a:ext uri="{FF2B5EF4-FFF2-40B4-BE49-F238E27FC236}">
                <a16:creationId xmlns:a16="http://schemas.microsoft.com/office/drawing/2014/main" id="{FB0023B2-D32A-9E19-2422-C372DA08C7FB}"/>
              </a:ext>
            </a:extLst>
          </p:cNvPr>
          <p:cNvSpPr txBox="1"/>
          <p:nvPr/>
        </p:nvSpPr>
        <p:spPr>
          <a:xfrm>
            <a:off x="8952472" y="1330493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⑦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51" name="四角形: 角を丸くする 2050">
            <a:extLst>
              <a:ext uri="{FF2B5EF4-FFF2-40B4-BE49-F238E27FC236}">
                <a16:creationId xmlns:a16="http://schemas.microsoft.com/office/drawing/2014/main" id="{329FF055-17DC-16B3-54A0-CB5286531DAB}"/>
              </a:ext>
            </a:extLst>
          </p:cNvPr>
          <p:cNvSpPr/>
          <p:nvPr/>
        </p:nvSpPr>
        <p:spPr>
          <a:xfrm>
            <a:off x="11741804" y="1342661"/>
            <a:ext cx="411614" cy="3588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53" name="テキスト ボックス 2052">
            <a:extLst>
              <a:ext uri="{FF2B5EF4-FFF2-40B4-BE49-F238E27FC236}">
                <a16:creationId xmlns:a16="http://schemas.microsoft.com/office/drawing/2014/main" id="{6C7C5D88-D6B9-5528-F566-CA84B1D6CBDF}"/>
              </a:ext>
            </a:extLst>
          </p:cNvPr>
          <p:cNvSpPr txBox="1"/>
          <p:nvPr/>
        </p:nvSpPr>
        <p:spPr>
          <a:xfrm>
            <a:off x="5560978" y="1674796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⑧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BCDDEF2-E2A0-6959-2557-33C85EB1C866}"/>
              </a:ext>
            </a:extLst>
          </p:cNvPr>
          <p:cNvSpPr/>
          <p:nvPr/>
        </p:nvSpPr>
        <p:spPr>
          <a:xfrm>
            <a:off x="6069916" y="656239"/>
            <a:ext cx="581141" cy="41051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12A352F-4AE8-8EA1-FA74-36B253F5DD03}"/>
              </a:ext>
            </a:extLst>
          </p:cNvPr>
          <p:cNvSpPr/>
          <p:nvPr/>
        </p:nvSpPr>
        <p:spPr>
          <a:xfrm>
            <a:off x="10687973" y="723713"/>
            <a:ext cx="871968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46A00CD-B1BD-77F6-0169-616FCBB186B7}"/>
              </a:ext>
            </a:extLst>
          </p:cNvPr>
          <p:cNvSpPr/>
          <p:nvPr/>
        </p:nvSpPr>
        <p:spPr>
          <a:xfrm>
            <a:off x="10123948" y="373084"/>
            <a:ext cx="325354" cy="307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26A275B-7ABB-2EFF-1C13-81BA37F7B113}"/>
              </a:ext>
            </a:extLst>
          </p:cNvPr>
          <p:cNvSpPr/>
          <p:nvPr/>
        </p:nvSpPr>
        <p:spPr>
          <a:xfrm>
            <a:off x="5369193" y="308935"/>
            <a:ext cx="325354" cy="307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9CDB903-D47A-B3CC-2972-B85B7E213E30}"/>
              </a:ext>
            </a:extLst>
          </p:cNvPr>
          <p:cNvSpPr txBox="1"/>
          <p:nvPr/>
        </p:nvSpPr>
        <p:spPr>
          <a:xfrm>
            <a:off x="5290286" y="262048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⑤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19B4888-52E2-0243-0282-4CF11469DB14}"/>
              </a:ext>
            </a:extLst>
          </p:cNvPr>
          <p:cNvSpPr txBox="1"/>
          <p:nvPr/>
        </p:nvSpPr>
        <p:spPr>
          <a:xfrm>
            <a:off x="10049077" y="327041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⑤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96712EE-476C-F8BC-3BE4-A97E64381961}"/>
              </a:ext>
            </a:extLst>
          </p:cNvPr>
          <p:cNvSpPr txBox="1"/>
          <p:nvPr/>
        </p:nvSpPr>
        <p:spPr>
          <a:xfrm>
            <a:off x="10555495" y="1701479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⑧</a:t>
            </a:r>
          </a:p>
        </p:txBody>
      </p:sp>
      <p:sp>
        <p:nvSpPr>
          <p:cNvPr id="2052" name="テキスト ボックス 2051">
            <a:extLst>
              <a:ext uri="{FF2B5EF4-FFF2-40B4-BE49-F238E27FC236}">
                <a16:creationId xmlns:a16="http://schemas.microsoft.com/office/drawing/2014/main" id="{0524B9D8-E281-50C1-BA3D-EE33F1D7CA47}"/>
              </a:ext>
            </a:extLst>
          </p:cNvPr>
          <p:cNvSpPr txBox="1"/>
          <p:nvPr/>
        </p:nvSpPr>
        <p:spPr>
          <a:xfrm>
            <a:off x="11651559" y="1684421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⑨</a:t>
            </a:r>
          </a:p>
        </p:txBody>
      </p:sp>
    </p:spTree>
    <p:extLst>
      <p:ext uri="{BB962C8B-B14F-4D97-AF65-F5344CB8AC3E}">
        <p14:creationId xmlns:p14="http://schemas.microsoft.com/office/powerpoint/2010/main" val="129880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A374BF72-DA70-8042-8E93-D7ED1FF0B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772" y="-452133"/>
            <a:ext cx="3504074" cy="758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2DDCB93-1F17-102F-2DCA-3079055F1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452133"/>
            <a:ext cx="3504075" cy="758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D9E1912-A7F3-6DC7-B708-175F7AA47F6D}"/>
              </a:ext>
            </a:extLst>
          </p:cNvPr>
          <p:cNvSpPr/>
          <p:nvPr/>
        </p:nvSpPr>
        <p:spPr>
          <a:xfrm>
            <a:off x="1219200" y="6230790"/>
            <a:ext cx="1041400" cy="62720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F626F76-C019-986D-B72A-B3ED99ED2C1C}"/>
              </a:ext>
            </a:extLst>
          </p:cNvPr>
          <p:cNvSpPr/>
          <p:nvPr/>
        </p:nvSpPr>
        <p:spPr>
          <a:xfrm>
            <a:off x="457372" y="3851654"/>
            <a:ext cx="862262" cy="2310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77BAB40-0EBF-7672-4E8E-63BFF7EE64C8}"/>
              </a:ext>
            </a:extLst>
          </p:cNvPr>
          <p:cNvSpPr txBox="1"/>
          <p:nvPr/>
        </p:nvSpPr>
        <p:spPr>
          <a:xfrm>
            <a:off x="1154363" y="5789361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990175C-C394-4FCF-E2B7-8653C7FF2973}"/>
              </a:ext>
            </a:extLst>
          </p:cNvPr>
          <p:cNvSpPr txBox="1"/>
          <p:nvPr/>
        </p:nvSpPr>
        <p:spPr>
          <a:xfrm>
            <a:off x="1319634" y="3761961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8DB16950-C06F-2862-5532-55CB4E760A74}"/>
              </a:ext>
            </a:extLst>
          </p:cNvPr>
          <p:cNvSpPr/>
          <p:nvPr/>
        </p:nvSpPr>
        <p:spPr>
          <a:xfrm>
            <a:off x="3610658" y="3096039"/>
            <a:ext cx="503303" cy="66592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F42EA11-4A26-68DD-682A-139BA2510539}"/>
              </a:ext>
            </a:extLst>
          </p:cNvPr>
          <p:cNvSpPr/>
          <p:nvPr/>
        </p:nvSpPr>
        <p:spPr>
          <a:xfrm>
            <a:off x="4417996" y="693019"/>
            <a:ext cx="3339966" cy="11550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A6C555D-970A-9253-D664-58AD8D0AC22B}"/>
              </a:ext>
            </a:extLst>
          </p:cNvPr>
          <p:cNvSpPr txBox="1"/>
          <p:nvPr/>
        </p:nvSpPr>
        <p:spPr>
          <a:xfrm>
            <a:off x="3944086" y="482540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138399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1CCA16F-0CB0-9D65-08F4-101240294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092" y="-452133"/>
            <a:ext cx="3504074" cy="758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2DDCB93-1F17-102F-2DCA-3079055F1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452133"/>
            <a:ext cx="3504075" cy="758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D9E1912-A7F3-6DC7-B708-175F7AA47F6D}"/>
              </a:ext>
            </a:extLst>
          </p:cNvPr>
          <p:cNvSpPr/>
          <p:nvPr/>
        </p:nvSpPr>
        <p:spPr>
          <a:xfrm>
            <a:off x="2133600" y="6230790"/>
            <a:ext cx="917608" cy="62720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F626F76-C019-986D-B72A-B3ED99ED2C1C}"/>
              </a:ext>
            </a:extLst>
          </p:cNvPr>
          <p:cNvSpPr/>
          <p:nvPr/>
        </p:nvSpPr>
        <p:spPr>
          <a:xfrm>
            <a:off x="466997" y="4061861"/>
            <a:ext cx="1477305" cy="2421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77BAB40-0EBF-7672-4E8E-63BFF7EE64C8}"/>
              </a:ext>
            </a:extLst>
          </p:cNvPr>
          <p:cNvSpPr txBox="1"/>
          <p:nvPr/>
        </p:nvSpPr>
        <p:spPr>
          <a:xfrm>
            <a:off x="2261268" y="5802812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990175C-C394-4FCF-E2B7-8653C7FF2973}"/>
              </a:ext>
            </a:extLst>
          </p:cNvPr>
          <p:cNvSpPr txBox="1"/>
          <p:nvPr/>
        </p:nvSpPr>
        <p:spPr>
          <a:xfrm>
            <a:off x="2015857" y="3952118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8DB16950-C06F-2862-5532-55CB4E760A74}"/>
              </a:ext>
            </a:extLst>
          </p:cNvPr>
          <p:cNvSpPr/>
          <p:nvPr/>
        </p:nvSpPr>
        <p:spPr>
          <a:xfrm>
            <a:off x="3610658" y="3096039"/>
            <a:ext cx="503303" cy="66592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F42EA11-4A26-68DD-682A-139BA2510539}"/>
              </a:ext>
            </a:extLst>
          </p:cNvPr>
          <p:cNvSpPr/>
          <p:nvPr/>
        </p:nvSpPr>
        <p:spPr>
          <a:xfrm>
            <a:off x="5419023" y="1029904"/>
            <a:ext cx="2127183" cy="35035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A6C555D-970A-9253-D664-58AD8D0AC22B}"/>
              </a:ext>
            </a:extLst>
          </p:cNvPr>
          <p:cNvSpPr txBox="1"/>
          <p:nvPr/>
        </p:nvSpPr>
        <p:spPr>
          <a:xfrm>
            <a:off x="5454126" y="568239"/>
            <a:ext cx="40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2949822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CE6D960-58C7-FA3C-A448-271A765A0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0178"/>
            <a:ext cx="13667874" cy="768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480AEC2-CC5A-16E2-23E6-D63EC95E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0178"/>
            <a:ext cx="13667874" cy="768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7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コネクタ: 曲線 1">
            <a:extLst>
              <a:ext uri="{FF2B5EF4-FFF2-40B4-BE49-F238E27FC236}">
                <a16:creationId xmlns:a16="http://schemas.microsoft.com/office/drawing/2014/main" id="{00DF495F-A5B9-43A4-8B3B-9C6513AD9EF9}"/>
              </a:ext>
            </a:extLst>
          </p:cNvPr>
          <p:cNvCxnSpPr>
            <a:cxnSpLocks/>
            <a:stCxn id="66" idx="1"/>
            <a:endCxn id="66" idx="7"/>
          </p:cNvCxnSpPr>
          <p:nvPr/>
        </p:nvCxnSpPr>
        <p:spPr>
          <a:xfrm rot="5400000" flipH="1" flipV="1">
            <a:off x="11713645" y="1260969"/>
            <a:ext cx="12700" cy="928623"/>
          </a:xfrm>
          <a:prstGeom prst="curvedConnector3">
            <a:avLst>
              <a:gd name="adj1" fmla="val 6576945"/>
            </a:avLst>
          </a:prstGeom>
          <a:ln>
            <a:solidFill>
              <a:srgbClr val="FF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CA71C67-AAC5-4FB7-988C-1D6F2B39C6F9}"/>
              </a:ext>
            </a:extLst>
          </p:cNvPr>
          <p:cNvSpPr/>
          <p:nvPr/>
        </p:nvSpPr>
        <p:spPr>
          <a:xfrm>
            <a:off x="1010198" y="1151563"/>
            <a:ext cx="1030636" cy="2944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050">
                <a:solidFill>
                  <a:sysClr val="windowText" lastClr="000000"/>
                </a:solidFill>
              </a:rPr>
              <a:t>日付別シート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1B01160-4A20-46EE-A96F-9E76080BB9BF}"/>
              </a:ext>
            </a:extLst>
          </p:cNvPr>
          <p:cNvSpPr/>
          <p:nvPr/>
        </p:nvSpPr>
        <p:spPr>
          <a:xfrm>
            <a:off x="1007458" y="2213188"/>
            <a:ext cx="1030637" cy="29381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>
                <a:solidFill>
                  <a:sysClr val="windowText" lastClr="000000"/>
                </a:solidFill>
              </a:rPr>
              <a:t>テンプレ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BCBD02D-F8F4-4426-B7BE-6AB5F797C90F}"/>
              </a:ext>
            </a:extLst>
          </p:cNvPr>
          <p:cNvSpPr/>
          <p:nvPr/>
        </p:nvSpPr>
        <p:spPr>
          <a:xfrm>
            <a:off x="1007458" y="2675006"/>
            <a:ext cx="1030637" cy="29381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050">
                <a:solidFill>
                  <a:sysClr val="windowText" lastClr="000000"/>
                </a:solidFill>
              </a:rPr>
              <a:t>期間別シート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21DD527-B290-4783-8398-13049D1077BA}"/>
              </a:ext>
            </a:extLst>
          </p:cNvPr>
          <p:cNvCxnSpPr>
            <a:cxnSpLocks/>
            <a:stCxn id="41" idx="3"/>
            <a:endCxn id="56" idx="2"/>
          </p:cNvCxnSpPr>
          <p:nvPr/>
        </p:nvCxnSpPr>
        <p:spPr>
          <a:xfrm>
            <a:off x="7888892" y="4039056"/>
            <a:ext cx="330434" cy="31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2D774DD-98AD-46E5-9ECA-980ABBE46690}"/>
              </a:ext>
            </a:extLst>
          </p:cNvPr>
          <p:cNvSpPr/>
          <p:nvPr/>
        </p:nvSpPr>
        <p:spPr>
          <a:xfrm>
            <a:off x="1010198" y="689745"/>
            <a:ext cx="1030636" cy="2944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050">
                <a:solidFill>
                  <a:sysClr val="windowText" lastClr="000000"/>
                </a:solidFill>
              </a:rPr>
              <a:t>テンプレ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4A5978A-9918-4FEE-BC7E-AC0A137E3C7F}"/>
              </a:ext>
            </a:extLst>
          </p:cNvPr>
          <p:cNvSpPr/>
          <p:nvPr/>
        </p:nvSpPr>
        <p:spPr>
          <a:xfrm>
            <a:off x="858385" y="602610"/>
            <a:ext cx="1339274" cy="92627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22" name="テキスト ボックス 690">
            <a:extLst>
              <a:ext uri="{FF2B5EF4-FFF2-40B4-BE49-F238E27FC236}">
                <a16:creationId xmlns:a16="http://schemas.microsoft.com/office/drawing/2014/main" id="{3E285143-D337-42C0-B1B5-F0827B930389}"/>
              </a:ext>
            </a:extLst>
          </p:cNvPr>
          <p:cNvSpPr txBox="1"/>
          <p:nvPr/>
        </p:nvSpPr>
        <p:spPr>
          <a:xfrm>
            <a:off x="490632" y="313654"/>
            <a:ext cx="2066058" cy="26899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b="1" dirty="0">
                <a:solidFill>
                  <a:srgbClr val="00B050"/>
                </a:solidFill>
              </a:rPr>
              <a:t>杉本</a:t>
            </a:r>
            <a:r>
              <a:rPr kumimoji="1" lang="ja-JP" altLang="en-US" sz="1100" b="1" dirty="0">
                <a:solidFill>
                  <a:srgbClr val="00B050"/>
                </a:solidFill>
              </a:rPr>
              <a:t>：合同練習</a:t>
            </a:r>
          </a:p>
        </p:txBody>
      </p:sp>
      <p:sp>
        <p:nvSpPr>
          <p:cNvPr id="25" name="テキスト ボックス 694">
            <a:extLst>
              <a:ext uri="{FF2B5EF4-FFF2-40B4-BE49-F238E27FC236}">
                <a16:creationId xmlns:a16="http://schemas.microsoft.com/office/drawing/2014/main" id="{A5E56582-97C2-40D4-ABE0-276837759F37}"/>
              </a:ext>
            </a:extLst>
          </p:cNvPr>
          <p:cNvSpPr txBox="1"/>
          <p:nvPr/>
        </p:nvSpPr>
        <p:spPr>
          <a:xfrm>
            <a:off x="502508" y="1839733"/>
            <a:ext cx="2066058" cy="2689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b="1" dirty="0">
                <a:solidFill>
                  <a:srgbClr val="00B050"/>
                </a:solidFill>
              </a:rPr>
              <a:t>杉本</a:t>
            </a:r>
            <a:r>
              <a:rPr kumimoji="1" lang="ja-JP" altLang="en-US" sz="1100" b="1" dirty="0">
                <a:solidFill>
                  <a:srgbClr val="00B050"/>
                </a:solidFill>
              </a:rPr>
              <a:t>：ノルマ練習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A1331EA-E38B-4FBB-8D24-330A904180E0}"/>
              </a:ext>
            </a:extLst>
          </p:cNvPr>
          <p:cNvSpPr/>
          <p:nvPr/>
        </p:nvSpPr>
        <p:spPr>
          <a:xfrm>
            <a:off x="858280" y="2113352"/>
            <a:ext cx="1339274" cy="935618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83E7B917-2D5A-462E-B4F0-2687F0F363F1}"/>
              </a:ext>
            </a:extLst>
          </p:cNvPr>
          <p:cNvCxnSpPr>
            <a:cxnSpLocks/>
          </p:cNvCxnSpPr>
          <p:nvPr/>
        </p:nvCxnSpPr>
        <p:spPr>
          <a:xfrm>
            <a:off x="4028584" y="5420997"/>
            <a:ext cx="309986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708">
            <a:extLst>
              <a:ext uri="{FF2B5EF4-FFF2-40B4-BE49-F238E27FC236}">
                <a16:creationId xmlns:a16="http://schemas.microsoft.com/office/drawing/2014/main" id="{661BDA92-CCD1-1DE5-0A61-2102E8F08493}"/>
              </a:ext>
            </a:extLst>
          </p:cNvPr>
          <p:cNvSpPr txBox="1"/>
          <p:nvPr/>
        </p:nvSpPr>
        <p:spPr>
          <a:xfrm>
            <a:off x="485105" y="4449580"/>
            <a:ext cx="2063337" cy="26948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b="1">
                <a:solidFill>
                  <a:srgbClr val="00B050"/>
                </a:solidFill>
              </a:rPr>
              <a:t>試合集計システム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620A9636-D070-D6BD-AF97-149E56E8468B}"/>
              </a:ext>
            </a:extLst>
          </p:cNvPr>
          <p:cNvSpPr/>
          <p:nvPr/>
        </p:nvSpPr>
        <p:spPr>
          <a:xfrm>
            <a:off x="836222" y="4734009"/>
            <a:ext cx="1339272" cy="1382552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C136BF3-2669-4948-A074-717B1AC40975}"/>
              </a:ext>
            </a:extLst>
          </p:cNvPr>
          <p:cNvSpPr/>
          <p:nvPr/>
        </p:nvSpPr>
        <p:spPr>
          <a:xfrm>
            <a:off x="990388" y="4814280"/>
            <a:ext cx="1028712" cy="29521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>
                <a:solidFill>
                  <a:sysClr val="windowText" lastClr="000000"/>
                </a:solidFill>
              </a:rPr>
              <a:t>団体戦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5BCB16D-D998-4071-BE68-5FCC8A5D08ED}"/>
              </a:ext>
            </a:extLst>
          </p:cNvPr>
          <p:cNvSpPr/>
          <p:nvPr/>
        </p:nvSpPr>
        <p:spPr>
          <a:xfrm>
            <a:off x="990388" y="5276098"/>
            <a:ext cx="1028712" cy="29521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>
                <a:solidFill>
                  <a:sysClr val="windowText" lastClr="000000"/>
                </a:solidFill>
              </a:rPr>
              <a:t>個人戦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075957C0-D06E-455D-8710-CB30D540AE35}"/>
              </a:ext>
            </a:extLst>
          </p:cNvPr>
          <p:cNvCxnSpPr>
            <a:cxnSpLocks/>
          </p:cNvCxnSpPr>
          <p:nvPr/>
        </p:nvCxnSpPr>
        <p:spPr>
          <a:xfrm>
            <a:off x="3680284" y="4965270"/>
            <a:ext cx="696028" cy="10379"/>
          </a:xfrm>
          <a:prstGeom prst="straightConnector1">
            <a:avLst/>
          </a:prstGeom>
          <a:ln w="19050">
            <a:solidFill>
              <a:srgbClr val="66FF3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コネクタ: 曲線 32">
            <a:extLst>
              <a:ext uri="{FF2B5EF4-FFF2-40B4-BE49-F238E27FC236}">
                <a16:creationId xmlns:a16="http://schemas.microsoft.com/office/drawing/2014/main" id="{F1DD65B3-1A59-4747-8780-8F97DEAEBBEA}"/>
              </a:ext>
            </a:extLst>
          </p:cNvPr>
          <p:cNvCxnSpPr>
            <a:cxnSpLocks/>
            <a:stCxn id="73" idx="1"/>
            <a:endCxn id="31" idx="1"/>
          </p:cNvCxnSpPr>
          <p:nvPr/>
        </p:nvCxnSpPr>
        <p:spPr>
          <a:xfrm rot="10800000">
            <a:off x="990388" y="5420997"/>
            <a:ext cx="12700" cy="461818"/>
          </a:xfrm>
          <a:prstGeom prst="curvedConnector3">
            <a:avLst>
              <a:gd name="adj1" fmla="val 2106118"/>
            </a:avLst>
          </a:prstGeom>
          <a:ln>
            <a:solidFill>
              <a:sysClr val="windowText" lastClr="0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コネクタ: 曲線 33">
            <a:extLst>
              <a:ext uri="{FF2B5EF4-FFF2-40B4-BE49-F238E27FC236}">
                <a16:creationId xmlns:a16="http://schemas.microsoft.com/office/drawing/2014/main" id="{EBA3D691-8315-48E3-B4F1-875043765C61}"/>
              </a:ext>
            </a:extLst>
          </p:cNvPr>
          <p:cNvCxnSpPr>
            <a:cxnSpLocks/>
            <a:stCxn id="73" idx="1"/>
            <a:endCxn id="30" idx="1"/>
          </p:cNvCxnSpPr>
          <p:nvPr/>
        </p:nvCxnSpPr>
        <p:spPr>
          <a:xfrm rot="10800000">
            <a:off x="990388" y="4959181"/>
            <a:ext cx="12700" cy="923635"/>
          </a:xfrm>
          <a:prstGeom prst="curvedConnector3">
            <a:avLst>
              <a:gd name="adj1" fmla="val 3575512"/>
            </a:avLst>
          </a:prstGeom>
          <a:ln>
            <a:solidFill>
              <a:sysClr val="windowText" lastClr="0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E9D9A300-D187-C19C-83A2-901623E4DBC9}"/>
              </a:ext>
            </a:extLst>
          </p:cNvPr>
          <p:cNvSpPr/>
          <p:nvPr/>
        </p:nvSpPr>
        <p:spPr>
          <a:xfrm>
            <a:off x="10005566" y="2745929"/>
            <a:ext cx="1339273" cy="2340493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36" name="テキスト ボックス 754">
            <a:extLst>
              <a:ext uri="{FF2B5EF4-FFF2-40B4-BE49-F238E27FC236}">
                <a16:creationId xmlns:a16="http://schemas.microsoft.com/office/drawing/2014/main" id="{E67C43A2-B2A0-C41B-98A7-E88F7CADA471}"/>
              </a:ext>
            </a:extLst>
          </p:cNvPr>
          <p:cNvSpPr txBox="1"/>
          <p:nvPr/>
        </p:nvSpPr>
        <p:spPr>
          <a:xfrm>
            <a:off x="9657537" y="2458350"/>
            <a:ext cx="2056108" cy="26858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b="1" dirty="0">
                <a:solidFill>
                  <a:srgbClr val="00B050"/>
                </a:solidFill>
              </a:rPr>
              <a:t>大阪公立大学アーチェリー部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52A07A1-9D62-43C7-A25B-8C05806445D1}"/>
              </a:ext>
            </a:extLst>
          </p:cNvPr>
          <p:cNvSpPr/>
          <p:nvPr/>
        </p:nvSpPr>
        <p:spPr>
          <a:xfrm>
            <a:off x="10156213" y="3296505"/>
            <a:ext cx="1029336" cy="293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>
                <a:solidFill>
                  <a:sysClr val="windowText" lastClr="000000"/>
                </a:solidFill>
              </a:rPr>
              <a:t>点数一覧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F879913-E3E4-4BEE-858C-4E5EC06FB5D1}"/>
              </a:ext>
            </a:extLst>
          </p:cNvPr>
          <p:cNvSpPr/>
          <p:nvPr/>
        </p:nvSpPr>
        <p:spPr>
          <a:xfrm>
            <a:off x="10156213" y="2834687"/>
            <a:ext cx="1029336" cy="293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>
                <a:solidFill>
                  <a:sysClr val="windowText" lastClr="000000"/>
                </a:solidFill>
              </a:rPr>
              <a:t>目次</a:t>
            </a:r>
          </a:p>
        </p:txBody>
      </p:sp>
      <p:cxnSp>
        <p:nvCxnSpPr>
          <p:cNvPr id="40" name="コネクタ: 曲線 39">
            <a:extLst>
              <a:ext uri="{FF2B5EF4-FFF2-40B4-BE49-F238E27FC236}">
                <a16:creationId xmlns:a16="http://schemas.microsoft.com/office/drawing/2014/main" id="{2BD5CB5B-5EE0-468F-90BC-8778D08A5FAB}"/>
              </a:ext>
            </a:extLst>
          </p:cNvPr>
          <p:cNvCxnSpPr>
            <a:cxnSpLocks/>
            <a:stCxn id="76" idx="3"/>
            <a:endCxn id="37" idx="3"/>
          </p:cNvCxnSpPr>
          <p:nvPr/>
        </p:nvCxnSpPr>
        <p:spPr>
          <a:xfrm flipV="1">
            <a:off x="11185549" y="3443348"/>
            <a:ext cx="12700" cy="923638"/>
          </a:xfrm>
          <a:prstGeom prst="curvedConnector3">
            <a:avLst>
              <a:gd name="adj1" fmla="val 2800000"/>
            </a:avLst>
          </a:prstGeom>
          <a:ln>
            <a:solidFill>
              <a:sysClr val="windowText" lastClr="0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990CC73-B385-4069-A165-29BDF1023BB5}"/>
              </a:ext>
            </a:extLst>
          </p:cNvPr>
          <p:cNvSpPr/>
          <p:nvPr/>
        </p:nvSpPr>
        <p:spPr>
          <a:xfrm>
            <a:off x="2999297" y="5276098"/>
            <a:ext cx="1029287" cy="2929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>
                <a:solidFill>
                  <a:sysClr val="windowText" lastClr="000000"/>
                </a:solidFill>
              </a:rPr>
              <a:t>点数申告</a:t>
            </a:r>
          </a:p>
        </p:txBody>
      </p: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E02DE8AC-D65F-4E37-AFC4-12BAC0564038}"/>
              </a:ext>
            </a:extLst>
          </p:cNvPr>
          <p:cNvCxnSpPr>
            <a:cxnSpLocks/>
            <a:stCxn id="75" idx="6"/>
            <a:endCxn id="78" idx="3"/>
          </p:cNvCxnSpPr>
          <p:nvPr/>
        </p:nvCxnSpPr>
        <p:spPr>
          <a:xfrm flipH="1" flipV="1">
            <a:off x="3358947" y="4268002"/>
            <a:ext cx="283595" cy="682349"/>
          </a:xfrm>
          <a:prstGeom prst="curvedConnector3">
            <a:avLst>
              <a:gd name="adj1" fmla="val -80608"/>
            </a:avLst>
          </a:prstGeom>
          <a:ln>
            <a:solidFill>
              <a:srgbClr val="66FF33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コネクタ: 曲線 46">
            <a:extLst>
              <a:ext uri="{FF2B5EF4-FFF2-40B4-BE49-F238E27FC236}">
                <a16:creationId xmlns:a16="http://schemas.microsoft.com/office/drawing/2014/main" id="{9BD8D57B-96CE-47B1-A2A1-596E4C3E6C4A}"/>
              </a:ext>
            </a:extLst>
          </p:cNvPr>
          <p:cNvCxnSpPr>
            <a:cxnSpLocks/>
            <a:stCxn id="57" idx="4"/>
            <a:endCxn id="43" idx="2"/>
          </p:cNvCxnSpPr>
          <p:nvPr/>
        </p:nvCxnSpPr>
        <p:spPr>
          <a:xfrm rot="5400000" flipH="1">
            <a:off x="5209386" y="3873554"/>
            <a:ext cx="189088" cy="3579977"/>
          </a:xfrm>
          <a:prstGeom prst="curvedConnector3">
            <a:avLst>
              <a:gd name="adj1" fmla="val -120896"/>
            </a:avLst>
          </a:prstGeom>
          <a:ln>
            <a:solidFill>
              <a:srgbClr val="FF00FF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8321EE73-884B-4FDE-95E9-A25B20C7CAFE}"/>
              </a:ext>
            </a:extLst>
          </p:cNvPr>
          <p:cNvCxnSpPr>
            <a:cxnSpLocks/>
            <a:stCxn id="57" idx="4"/>
            <a:endCxn id="73" idx="2"/>
          </p:cNvCxnSpPr>
          <p:nvPr/>
        </p:nvCxnSpPr>
        <p:spPr>
          <a:xfrm rot="5400000">
            <a:off x="4161807" y="3101023"/>
            <a:ext cx="275048" cy="5589174"/>
          </a:xfrm>
          <a:prstGeom prst="curvedConnector3">
            <a:avLst>
              <a:gd name="adj1" fmla="val 183113"/>
            </a:avLst>
          </a:prstGeom>
          <a:ln>
            <a:solidFill>
              <a:srgbClr val="FF00FF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FE9061C2-DE33-4C85-9583-C0DD2E61B4E6}"/>
              </a:ext>
            </a:extLst>
          </p:cNvPr>
          <p:cNvCxnSpPr>
            <a:cxnSpLocks/>
            <a:stCxn id="57" idx="4"/>
            <a:endCxn id="90" idx="2"/>
          </p:cNvCxnSpPr>
          <p:nvPr/>
        </p:nvCxnSpPr>
        <p:spPr>
          <a:xfrm rot="5400000" flipH="1" flipV="1">
            <a:off x="8491180" y="3578386"/>
            <a:ext cx="782437" cy="3576963"/>
          </a:xfrm>
          <a:prstGeom prst="curvedConnector3">
            <a:avLst>
              <a:gd name="adj1" fmla="val -29216"/>
            </a:avLst>
          </a:prstGeom>
          <a:ln>
            <a:solidFill>
              <a:srgbClr val="FF00FF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楕円 54">
            <a:extLst>
              <a:ext uri="{FF2B5EF4-FFF2-40B4-BE49-F238E27FC236}">
                <a16:creationId xmlns:a16="http://schemas.microsoft.com/office/drawing/2014/main" id="{F8E9A643-FD35-49DA-8A0A-DF89027F885F}"/>
              </a:ext>
            </a:extLst>
          </p:cNvPr>
          <p:cNvSpPr/>
          <p:nvPr/>
        </p:nvSpPr>
        <p:spPr>
          <a:xfrm>
            <a:off x="8219327" y="4369591"/>
            <a:ext cx="1312883" cy="27214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900" dirty="0" err="1">
                <a:solidFill>
                  <a:sysClr val="windowText" lastClr="000000"/>
                </a:solidFill>
              </a:rPr>
              <a:t>read</a:t>
            </a:r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FormData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81E967C4-D413-48D7-AB4D-5EE080D82020}"/>
              </a:ext>
            </a:extLst>
          </p:cNvPr>
          <p:cNvSpPr/>
          <p:nvPr/>
        </p:nvSpPr>
        <p:spPr>
          <a:xfrm>
            <a:off x="8219326" y="3889334"/>
            <a:ext cx="1312883" cy="30574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900" dirty="0" err="1">
                <a:solidFill>
                  <a:sysClr val="windowText" lastClr="000000"/>
                </a:solidFill>
              </a:rPr>
              <a:t>read</a:t>
            </a:r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Db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FFF36F9F-9F6F-45B6-86A1-DD156C8116F5}"/>
              </a:ext>
            </a:extLst>
          </p:cNvPr>
          <p:cNvSpPr/>
          <p:nvPr/>
        </p:nvSpPr>
        <p:spPr>
          <a:xfrm>
            <a:off x="6437476" y="5454799"/>
            <a:ext cx="1312883" cy="303287"/>
          </a:xfrm>
          <a:prstGeom prst="ellipse">
            <a:avLst/>
          </a:prstGeom>
          <a:noFill/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updateMember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1F254619-E79A-8BFB-DCCB-0210F992851A}"/>
              </a:ext>
            </a:extLst>
          </p:cNvPr>
          <p:cNvGrpSpPr/>
          <p:nvPr/>
        </p:nvGrpSpPr>
        <p:grpSpPr>
          <a:xfrm>
            <a:off x="-1482673" y="3843184"/>
            <a:ext cx="1671107" cy="2755762"/>
            <a:chOff x="10153888" y="1134881"/>
            <a:chExt cx="1671107" cy="2755762"/>
          </a:xfrm>
        </p:grpSpPr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D718B396-79EF-4D5C-B572-A73396B39D29}"/>
                </a:ext>
              </a:extLst>
            </p:cNvPr>
            <p:cNvSpPr/>
            <p:nvPr/>
          </p:nvSpPr>
          <p:spPr>
            <a:xfrm>
              <a:off x="10319830" y="1486952"/>
              <a:ext cx="1339272" cy="925753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D7571A30-D01F-4E95-B6CB-60349C8478C0}"/>
                </a:ext>
              </a:extLst>
            </p:cNvPr>
            <p:cNvSpPr/>
            <p:nvPr/>
          </p:nvSpPr>
          <p:spPr>
            <a:xfrm>
              <a:off x="10474798" y="1573928"/>
              <a:ext cx="1029336" cy="29368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>
                  <a:solidFill>
                    <a:sysClr val="windowText" lastClr="000000"/>
                  </a:solidFill>
                </a:rPr>
                <a:t>シート</a:t>
              </a:r>
            </a:p>
          </p:txBody>
        </p:sp>
        <p:sp>
          <p:nvSpPr>
            <p:cNvPr id="52" name="テキスト ボックス 50">
              <a:extLst>
                <a:ext uri="{FF2B5EF4-FFF2-40B4-BE49-F238E27FC236}">
                  <a16:creationId xmlns:a16="http://schemas.microsoft.com/office/drawing/2014/main" id="{E500F40C-8570-41DA-A582-CCA09705F7BA}"/>
                </a:ext>
              </a:extLst>
            </p:cNvPr>
            <p:cNvSpPr txBox="1"/>
            <p:nvPr/>
          </p:nvSpPr>
          <p:spPr>
            <a:xfrm>
              <a:off x="10319830" y="1212465"/>
              <a:ext cx="1339272" cy="26858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 b="1" dirty="0">
                  <a:solidFill>
                    <a:srgbClr val="00B050"/>
                  </a:solidFill>
                </a:rPr>
                <a:t>スプレッドシート</a:t>
              </a: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EC7DD510-6A6B-4793-9725-A7D32B38858A}"/>
                </a:ext>
              </a:extLst>
            </p:cNvPr>
            <p:cNvSpPr/>
            <p:nvPr/>
          </p:nvSpPr>
          <p:spPr>
            <a:xfrm>
              <a:off x="10474798" y="2035746"/>
              <a:ext cx="1029336" cy="293686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>
                  <a:solidFill>
                    <a:sysClr val="windowText" lastClr="000000"/>
                  </a:solidFill>
                </a:rPr>
                <a:t>非表示シート</a:t>
              </a: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169FB450-C8B6-4FD7-8169-41579B103C51}"/>
                </a:ext>
              </a:extLst>
            </p:cNvPr>
            <p:cNvSpPr/>
            <p:nvPr/>
          </p:nvSpPr>
          <p:spPr>
            <a:xfrm>
              <a:off x="10474799" y="2533912"/>
              <a:ext cx="1029335" cy="292900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1100">
                  <a:solidFill>
                    <a:sysClr val="windowText" lastClr="000000"/>
                  </a:solidFill>
                </a:rPr>
                <a:t>Google</a:t>
              </a:r>
              <a:r>
                <a:rPr kumimoji="1" lang="ja-JP" altLang="en-US" sz="1100">
                  <a:solidFill>
                    <a:sysClr val="windowText" lastClr="000000"/>
                  </a:solidFill>
                </a:rPr>
                <a:t>フォーム</a:t>
              </a:r>
            </a:p>
          </p:txBody>
        </p:sp>
        <p:sp>
          <p:nvSpPr>
            <p:cNvPr id="58" name="楕円 57">
              <a:extLst>
                <a:ext uri="{FF2B5EF4-FFF2-40B4-BE49-F238E27FC236}">
                  <a16:creationId xmlns:a16="http://schemas.microsoft.com/office/drawing/2014/main" id="{1DCEA279-FE30-4286-B000-25C5FA6102F9}"/>
                </a:ext>
              </a:extLst>
            </p:cNvPr>
            <p:cNvSpPr/>
            <p:nvPr/>
          </p:nvSpPr>
          <p:spPr>
            <a:xfrm>
              <a:off x="10333025" y="2967007"/>
              <a:ext cx="1312882" cy="272142"/>
            </a:xfrm>
            <a:prstGeom prst="ellipse">
              <a:avLst/>
            </a:prstGeom>
            <a:noFill/>
            <a:ln w="19050">
              <a:gradFill flip="none" rotWithShape="1">
                <a:gsLst>
                  <a:gs pos="75300">
                    <a:schemeClr val="accent5"/>
                  </a:gs>
                  <a:gs pos="50000">
                    <a:srgbClr val="FFC000"/>
                  </a:gs>
                  <a:gs pos="25000">
                    <a:srgbClr val="FF00FF"/>
                  </a:gs>
                  <a:gs pos="0">
                    <a:srgbClr val="FF0000"/>
                  </a:gs>
                  <a:gs pos="100000">
                    <a:srgbClr val="66FF33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1100" b="0">
                  <a:solidFill>
                    <a:sysClr val="windowText" lastClr="000000"/>
                  </a:solidFill>
                </a:rPr>
                <a:t>GAS</a:t>
              </a:r>
              <a:endParaRPr kumimoji="1" lang="ja-JP" altLang="en-US" sz="1100" b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7F98A467-6212-4711-8DDC-B9059FDA94C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4798" y="3659734"/>
              <a:ext cx="1029288" cy="0"/>
            </a:xfrm>
            <a:prstGeom prst="straightConnector1">
              <a:avLst/>
            </a:prstGeom>
            <a:ln w="19050">
              <a:gradFill flip="none" rotWithShape="1">
                <a:gsLst>
                  <a:gs pos="0">
                    <a:srgbClr val="FF0000"/>
                  </a:gs>
                  <a:gs pos="50000">
                    <a:srgbClr val="FFC000"/>
                  </a:gs>
                  <a:gs pos="25000">
                    <a:srgbClr val="FF00FF"/>
                  </a:gs>
                  <a:gs pos="75000">
                    <a:schemeClr val="accent5"/>
                  </a:gs>
                  <a:gs pos="100000">
                    <a:srgbClr val="66FF33"/>
                  </a:gs>
                </a:gsLst>
                <a:lin ang="0" scaled="1"/>
                <a:tileRect/>
              </a:gra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テキスト ボックス 204">
              <a:extLst>
                <a:ext uri="{FF2B5EF4-FFF2-40B4-BE49-F238E27FC236}">
                  <a16:creationId xmlns:a16="http://schemas.microsoft.com/office/drawing/2014/main" id="{58CA6465-2ED0-FA7D-4637-AD3CBFD74044}"/>
                </a:ext>
              </a:extLst>
            </p:cNvPr>
            <p:cNvSpPr txBox="1"/>
            <p:nvPr/>
          </p:nvSpPr>
          <p:spPr>
            <a:xfrm>
              <a:off x="10474799" y="3379344"/>
              <a:ext cx="1029287" cy="28039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1100" dirty="0">
                  <a:solidFill>
                    <a:schemeClr val="tx1"/>
                  </a:solidFill>
                </a:rPr>
                <a:t>データの流れ</a:t>
              </a:r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7B3E081F-A04B-1AA8-3B60-09887F1482FC}"/>
                </a:ext>
              </a:extLst>
            </p:cNvPr>
            <p:cNvSpPr/>
            <p:nvPr/>
          </p:nvSpPr>
          <p:spPr>
            <a:xfrm>
              <a:off x="10153888" y="1134881"/>
              <a:ext cx="1671107" cy="2755762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</p:grpSp>
      <p:sp>
        <p:nvSpPr>
          <p:cNvPr id="66" name="楕円 65">
            <a:extLst>
              <a:ext uri="{FF2B5EF4-FFF2-40B4-BE49-F238E27FC236}">
                <a16:creationId xmlns:a16="http://schemas.microsoft.com/office/drawing/2014/main" id="{B9249470-F4E9-46B9-B219-BED0F02E6536}"/>
              </a:ext>
            </a:extLst>
          </p:cNvPr>
          <p:cNvSpPr/>
          <p:nvPr/>
        </p:nvSpPr>
        <p:spPr>
          <a:xfrm>
            <a:off x="11057204" y="1686221"/>
            <a:ext cx="1312881" cy="27214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totalingScoreData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729598A5-D772-45A7-BBA6-E48180D9CA96}"/>
              </a:ext>
            </a:extLst>
          </p:cNvPr>
          <p:cNvSpPr/>
          <p:nvPr/>
        </p:nvSpPr>
        <p:spPr>
          <a:xfrm>
            <a:off x="12025454" y="4057546"/>
            <a:ext cx="1312883" cy="272144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>
                <a:solidFill>
                  <a:sysClr val="windowText" lastClr="000000"/>
                </a:solidFill>
              </a:rPr>
              <a:t>addGourenSheet</a:t>
            </a:r>
            <a:endParaRPr kumimoji="1" lang="ja-JP" altLang="en-US" sz="900" b="0">
              <a:solidFill>
                <a:sysClr val="windowText" lastClr="000000"/>
              </a:solidFill>
            </a:endParaRPr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38308CF4-4944-43CB-8DC5-D14D395E1D84}"/>
              </a:ext>
            </a:extLst>
          </p:cNvPr>
          <p:cNvSpPr/>
          <p:nvPr/>
        </p:nvSpPr>
        <p:spPr>
          <a:xfrm>
            <a:off x="10387568" y="1224402"/>
            <a:ext cx="1312881" cy="272143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>
                <a:solidFill>
                  <a:sysClr val="windowText" lastClr="000000"/>
                </a:solidFill>
              </a:rPr>
              <a:t>divideSH</a:t>
            </a:r>
            <a:endParaRPr kumimoji="1" lang="ja-JP" altLang="en-US" sz="900" b="0">
              <a:solidFill>
                <a:sysClr val="windowText" lastClr="000000"/>
              </a:solidFill>
            </a:endParaRPr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C549791C-29F1-433B-9F97-A6C09B08C4DD}"/>
              </a:ext>
            </a:extLst>
          </p:cNvPr>
          <p:cNvSpPr/>
          <p:nvPr/>
        </p:nvSpPr>
        <p:spPr>
          <a:xfrm>
            <a:off x="11057204" y="762584"/>
            <a:ext cx="1312882" cy="272141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>
                <a:solidFill>
                  <a:sysClr val="windowText" lastClr="000000"/>
                </a:solidFill>
              </a:rPr>
              <a:t>addRecord</a:t>
            </a:r>
            <a:endParaRPr kumimoji="1" lang="ja-JP" altLang="en-US" sz="900" b="0">
              <a:solidFill>
                <a:sysClr val="windowText" lastClr="000000"/>
              </a:solidFill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C5183F7C-EF03-4E74-AC91-38245E88A797}"/>
              </a:ext>
            </a:extLst>
          </p:cNvPr>
          <p:cNvSpPr/>
          <p:nvPr/>
        </p:nvSpPr>
        <p:spPr>
          <a:xfrm>
            <a:off x="990388" y="5737916"/>
            <a:ext cx="1028712" cy="295218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>
                <a:solidFill>
                  <a:sysClr val="windowText" lastClr="000000"/>
                </a:solidFill>
              </a:rPr>
              <a:t>名簿</a:t>
            </a:r>
          </a:p>
        </p:txBody>
      </p:sp>
      <p:cxnSp>
        <p:nvCxnSpPr>
          <p:cNvPr id="74" name="コネクタ: 曲線 73">
            <a:extLst>
              <a:ext uri="{FF2B5EF4-FFF2-40B4-BE49-F238E27FC236}">
                <a16:creationId xmlns:a16="http://schemas.microsoft.com/office/drawing/2014/main" id="{0A6FAA3E-C233-45AF-8D25-FE7F3DA43667}"/>
              </a:ext>
            </a:extLst>
          </p:cNvPr>
          <p:cNvCxnSpPr>
            <a:cxnSpLocks/>
            <a:stCxn id="30" idx="3"/>
            <a:endCxn id="75" idx="2"/>
          </p:cNvCxnSpPr>
          <p:nvPr/>
        </p:nvCxnSpPr>
        <p:spPr>
          <a:xfrm flipV="1">
            <a:off x="2019100" y="4947642"/>
            <a:ext cx="310561" cy="11538"/>
          </a:xfrm>
          <a:prstGeom prst="curvedConnector3">
            <a:avLst>
              <a:gd name="adj1" fmla="val 50000"/>
            </a:avLst>
          </a:prstGeom>
          <a:ln>
            <a:solidFill>
              <a:srgbClr val="66FF33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楕円 74">
            <a:extLst>
              <a:ext uri="{FF2B5EF4-FFF2-40B4-BE49-F238E27FC236}">
                <a16:creationId xmlns:a16="http://schemas.microsoft.com/office/drawing/2014/main" id="{D5D43BF5-1DAC-4E46-B5CD-96D7741ECC66}"/>
              </a:ext>
            </a:extLst>
          </p:cNvPr>
          <p:cNvSpPr/>
          <p:nvPr/>
        </p:nvSpPr>
        <p:spPr>
          <a:xfrm>
            <a:off x="2329661" y="4814280"/>
            <a:ext cx="1312881" cy="272142"/>
          </a:xfrm>
          <a:prstGeom prst="ellipse">
            <a:avLst/>
          </a:prstGeom>
          <a:noFill/>
          <a:ln w="19050">
            <a:solidFill>
              <a:srgbClr val="66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saveGameData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8D659D21-7AE2-4D86-94D6-92E5728ED520}"/>
              </a:ext>
            </a:extLst>
          </p:cNvPr>
          <p:cNvSpPr/>
          <p:nvPr/>
        </p:nvSpPr>
        <p:spPr>
          <a:xfrm>
            <a:off x="10156213" y="4220142"/>
            <a:ext cx="1029336" cy="293687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点数</a:t>
            </a:r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798CD17C-A891-4139-B951-6B315AD8B464}"/>
              </a:ext>
            </a:extLst>
          </p:cNvPr>
          <p:cNvSpPr/>
          <p:nvPr/>
        </p:nvSpPr>
        <p:spPr>
          <a:xfrm>
            <a:off x="10156213" y="3758324"/>
            <a:ext cx="1029336" cy="29368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>
                <a:solidFill>
                  <a:sysClr val="windowText" lastClr="000000"/>
                </a:solidFill>
              </a:rPr>
              <a:t>ユニ管理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ABED26F7-CC5E-4DB3-BCCC-BAA5609DBC9B}"/>
              </a:ext>
            </a:extLst>
          </p:cNvPr>
          <p:cNvSpPr/>
          <p:nvPr/>
        </p:nvSpPr>
        <p:spPr>
          <a:xfrm>
            <a:off x="2329661" y="4121552"/>
            <a:ext cx="1029286" cy="292900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100" dirty="0">
                <a:solidFill>
                  <a:sysClr val="windowText" lastClr="000000"/>
                </a:solidFill>
              </a:rPr>
              <a:t>PDF</a:t>
            </a:r>
            <a:r>
              <a:rPr kumimoji="1" lang="ja-JP" altLang="en-US" sz="1100" dirty="0">
                <a:solidFill>
                  <a:sysClr val="windowText" lastClr="000000"/>
                </a:solidFill>
              </a:rPr>
              <a:t>用フォルダ</a:t>
            </a:r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F1D4D219-6BD2-4887-A2D9-D750C1181E81}"/>
              </a:ext>
            </a:extLst>
          </p:cNvPr>
          <p:cNvSpPr/>
          <p:nvPr/>
        </p:nvSpPr>
        <p:spPr>
          <a:xfrm>
            <a:off x="12025454" y="4519365"/>
            <a:ext cx="1312883" cy="272141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900" dirty="0" err="1">
                <a:solidFill>
                  <a:sysClr val="windowText" lastClr="000000"/>
                </a:solidFill>
              </a:rPr>
              <a:t>dailyPatch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sp>
        <p:nvSpPr>
          <p:cNvPr id="80" name="楕円 79">
            <a:extLst>
              <a:ext uri="{FF2B5EF4-FFF2-40B4-BE49-F238E27FC236}">
                <a16:creationId xmlns:a16="http://schemas.microsoft.com/office/drawing/2014/main" id="{5514B01A-8072-4B04-9219-1E2B17A8B439}"/>
              </a:ext>
            </a:extLst>
          </p:cNvPr>
          <p:cNvSpPr/>
          <p:nvPr/>
        </p:nvSpPr>
        <p:spPr>
          <a:xfrm>
            <a:off x="12025454" y="4981183"/>
            <a:ext cx="1312883" cy="272143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addNorumaColumn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C1643348-15BD-1409-FA3C-D252CD54CA0F}"/>
              </a:ext>
            </a:extLst>
          </p:cNvPr>
          <p:cNvSpPr/>
          <p:nvPr/>
        </p:nvSpPr>
        <p:spPr>
          <a:xfrm>
            <a:off x="10156213" y="4681962"/>
            <a:ext cx="1029336" cy="293687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dirty="0">
                <a:solidFill>
                  <a:sysClr val="windowText" lastClr="000000"/>
                </a:solidFill>
              </a:rPr>
              <a:t>名簿</a:t>
            </a:r>
          </a:p>
        </p:txBody>
      </p:sp>
      <p:cxnSp>
        <p:nvCxnSpPr>
          <p:cNvPr id="93" name="コネクタ: 曲線 92">
            <a:extLst>
              <a:ext uri="{FF2B5EF4-FFF2-40B4-BE49-F238E27FC236}">
                <a16:creationId xmlns:a16="http://schemas.microsoft.com/office/drawing/2014/main" id="{7D3D334B-5228-2D2D-AE3A-67FCBED80BBB}"/>
              </a:ext>
            </a:extLst>
          </p:cNvPr>
          <p:cNvCxnSpPr>
            <a:cxnSpLocks/>
            <a:stCxn id="90" idx="3"/>
            <a:endCxn id="37" idx="3"/>
          </p:cNvCxnSpPr>
          <p:nvPr/>
        </p:nvCxnSpPr>
        <p:spPr>
          <a:xfrm flipV="1">
            <a:off x="11185549" y="3443348"/>
            <a:ext cx="12700" cy="1385458"/>
          </a:xfrm>
          <a:prstGeom prst="curvedConnector3">
            <a:avLst>
              <a:gd name="adj1" fmla="val 3560000"/>
            </a:avLst>
          </a:prstGeom>
          <a:ln>
            <a:solidFill>
              <a:sysClr val="windowText" lastClr="0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9A41A305-66CF-EAE4-E457-81449323C00E}"/>
              </a:ext>
            </a:extLst>
          </p:cNvPr>
          <p:cNvGrpSpPr/>
          <p:nvPr/>
        </p:nvGrpSpPr>
        <p:grpSpPr>
          <a:xfrm>
            <a:off x="6135786" y="1681262"/>
            <a:ext cx="1921170" cy="3524172"/>
            <a:chOff x="5158317" y="553661"/>
            <a:chExt cx="1921170" cy="3524172"/>
          </a:xfrm>
        </p:grpSpPr>
        <p:sp>
          <p:nvSpPr>
            <p:cNvPr id="3" name="テキスト ボックス 578">
              <a:extLst>
                <a:ext uri="{FF2B5EF4-FFF2-40B4-BE49-F238E27FC236}">
                  <a16:creationId xmlns:a16="http://schemas.microsoft.com/office/drawing/2014/main" id="{D5E1D3C6-C76B-6851-331A-01128A758B18}"/>
                </a:ext>
              </a:extLst>
            </p:cNvPr>
            <p:cNvSpPr txBox="1"/>
            <p:nvPr/>
          </p:nvSpPr>
          <p:spPr>
            <a:xfrm>
              <a:off x="5158317" y="553661"/>
              <a:ext cx="1921170" cy="26725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 b="1" dirty="0">
                  <a:solidFill>
                    <a:srgbClr val="00B050"/>
                  </a:solidFill>
                </a:rPr>
                <a:t>点数</a:t>
              </a:r>
              <a:r>
                <a:rPr lang="ja-JP" altLang="en-US" b="1" dirty="0">
                  <a:solidFill>
                    <a:srgbClr val="00B050"/>
                  </a:solidFill>
                </a:rPr>
                <a:t>管理</a:t>
              </a:r>
              <a:r>
                <a:rPr kumimoji="1" lang="ja-JP" altLang="en-US" sz="1100" b="1" dirty="0">
                  <a:solidFill>
                    <a:srgbClr val="00B050"/>
                  </a:solidFill>
                </a:rPr>
                <a:t>システム</a:t>
              </a: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D33BF6D9-D776-D70B-6D4C-9F52CFC75963}"/>
                </a:ext>
              </a:extLst>
            </p:cNvPr>
            <p:cNvSpPr/>
            <p:nvPr/>
          </p:nvSpPr>
          <p:spPr>
            <a:xfrm>
              <a:off x="5158317" y="829874"/>
              <a:ext cx="1921170" cy="3247959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DF68D28D-A1F0-4E89-AA10-30267EB2CFF0}"/>
                </a:ext>
              </a:extLst>
            </p:cNvPr>
            <p:cNvSpPr/>
            <p:nvPr/>
          </p:nvSpPr>
          <p:spPr>
            <a:xfrm>
              <a:off x="5326380" y="2765005"/>
              <a:ext cx="1585043" cy="292899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 dirty="0">
                  <a:solidFill>
                    <a:sysClr val="windowText" lastClr="000000"/>
                  </a:solidFill>
                </a:rPr>
                <a:t>試合</a:t>
              </a: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45D5F6C3-AAFA-4848-9DAA-DF0577FCB950}"/>
                </a:ext>
              </a:extLst>
            </p:cNvPr>
            <p:cNvSpPr/>
            <p:nvPr/>
          </p:nvSpPr>
          <p:spPr>
            <a:xfrm>
              <a:off x="5326380" y="3226823"/>
              <a:ext cx="1585043" cy="29290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>
                  <a:solidFill>
                    <a:sysClr val="windowText" lastClr="000000"/>
                  </a:solidFill>
                </a:rPr>
                <a:t>点数申告</a:t>
              </a: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6D3D0719-B977-4715-9C03-B62049EBCC68}"/>
                </a:ext>
              </a:extLst>
            </p:cNvPr>
            <p:cNvSpPr/>
            <p:nvPr/>
          </p:nvSpPr>
          <p:spPr>
            <a:xfrm>
              <a:off x="5326380" y="3688641"/>
              <a:ext cx="1587768" cy="292899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100" dirty="0">
                  <a:solidFill>
                    <a:sysClr val="windowText" lastClr="000000"/>
                  </a:solidFill>
                </a:rPr>
                <a:t>名簿</a:t>
              </a:r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2EBC88AF-ECAE-797C-9C71-21F3DCFC2B87}"/>
                </a:ext>
              </a:extLst>
            </p:cNvPr>
            <p:cNvSpPr/>
            <p:nvPr/>
          </p:nvSpPr>
          <p:spPr>
            <a:xfrm>
              <a:off x="5326380" y="2307405"/>
              <a:ext cx="1585043" cy="292899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dirty="0">
                  <a:solidFill>
                    <a:sysClr val="windowText" lastClr="000000"/>
                  </a:solidFill>
                </a:rPr>
                <a:t>杉本：ノルマ練習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174B38D6-EABF-CC9B-2BFF-C1F3DDAC6CFF}"/>
                </a:ext>
              </a:extLst>
            </p:cNvPr>
            <p:cNvSpPr/>
            <p:nvPr/>
          </p:nvSpPr>
          <p:spPr>
            <a:xfrm>
              <a:off x="5326380" y="1851632"/>
              <a:ext cx="1585043" cy="292899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dirty="0">
                  <a:solidFill>
                    <a:sysClr val="windowText" lastClr="000000"/>
                  </a:solidFill>
                </a:rPr>
                <a:t>中百舌鳥：ノルマ練習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1563EC7C-ED33-F079-D53C-6EA94FA37BA2}"/>
                </a:ext>
              </a:extLst>
            </p:cNvPr>
            <p:cNvSpPr/>
            <p:nvPr/>
          </p:nvSpPr>
          <p:spPr>
            <a:xfrm>
              <a:off x="5326381" y="1399391"/>
              <a:ext cx="1590194" cy="292899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dirty="0">
                  <a:solidFill>
                    <a:sysClr val="windowText" lastClr="000000"/>
                  </a:solidFill>
                </a:rPr>
                <a:t>杉本：合同練習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0831210F-391A-3CFA-0136-5860FF0C9CD8}"/>
                </a:ext>
              </a:extLst>
            </p:cNvPr>
            <p:cNvSpPr/>
            <p:nvPr/>
          </p:nvSpPr>
          <p:spPr>
            <a:xfrm>
              <a:off x="5326380" y="947150"/>
              <a:ext cx="1585043" cy="292899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dirty="0">
                  <a:solidFill>
                    <a:sysClr val="windowText" lastClr="000000"/>
                  </a:solidFill>
                </a:rPr>
                <a:t>中百舌鳥：合同練習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53" name="直線矢印コネクタ 152">
            <a:extLst>
              <a:ext uri="{FF2B5EF4-FFF2-40B4-BE49-F238E27FC236}">
                <a16:creationId xmlns:a16="http://schemas.microsoft.com/office/drawing/2014/main" id="{D151AF23-5559-AE93-70A2-C81B1FD38D2E}"/>
              </a:ext>
            </a:extLst>
          </p:cNvPr>
          <p:cNvCxnSpPr>
            <a:cxnSpLocks/>
            <a:stCxn id="44" idx="2"/>
            <a:endCxn id="57" idx="0"/>
          </p:cNvCxnSpPr>
          <p:nvPr/>
        </p:nvCxnSpPr>
        <p:spPr>
          <a:xfrm flipH="1">
            <a:off x="7093918" y="5109141"/>
            <a:ext cx="3815" cy="345658"/>
          </a:xfrm>
          <a:prstGeom prst="straightConnector1">
            <a:avLst/>
          </a:prstGeom>
          <a:ln w="19050">
            <a:solidFill>
              <a:srgbClr val="FF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49DB6F2-05FC-4996-84A8-DEC54FE87A99}"/>
              </a:ext>
            </a:extLst>
          </p:cNvPr>
          <p:cNvCxnSpPr>
            <a:cxnSpLocks/>
            <a:stCxn id="42" idx="3"/>
            <a:endCxn id="55" idx="2"/>
          </p:cNvCxnSpPr>
          <p:nvPr/>
        </p:nvCxnSpPr>
        <p:spPr>
          <a:xfrm>
            <a:off x="7888892" y="4500874"/>
            <a:ext cx="330435" cy="47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27826057-0E9A-F0B2-DD3A-0B9F9B52A571}"/>
              </a:ext>
            </a:extLst>
          </p:cNvPr>
          <p:cNvSpPr/>
          <p:nvPr/>
        </p:nvSpPr>
        <p:spPr>
          <a:xfrm>
            <a:off x="3005342" y="2213188"/>
            <a:ext cx="1030637" cy="29381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>
                <a:solidFill>
                  <a:sysClr val="windowText" lastClr="000000"/>
                </a:solidFill>
              </a:rPr>
              <a:t>テンプレ</a:t>
            </a:r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236FD925-BC03-A344-AB44-EEA93FB668F9}"/>
              </a:ext>
            </a:extLst>
          </p:cNvPr>
          <p:cNvSpPr/>
          <p:nvPr/>
        </p:nvSpPr>
        <p:spPr>
          <a:xfrm>
            <a:off x="3005342" y="2675006"/>
            <a:ext cx="1030637" cy="29381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050">
                <a:solidFill>
                  <a:sysClr val="windowText" lastClr="000000"/>
                </a:solidFill>
              </a:rPr>
              <a:t>期間別シート</a:t>
            </a:r>
          </a:p>
        </p:txBody>
      </p:sp>
      <p:sp>
        <p:nvSpPr>
          <p:cNvPr id="168" name="テキスト ボックス 694">
            <a:extLst>
              <a:ext uri="{FF2B5EF4-FFF2-40B4-BE49-F238E27FC236}">
                <a16:creationId xmlns:a16="http://schemas.microsoft.com/office/drawing/2014/main" id="{872B1B87-DCFD-AF89-4139-349FE780F5FA}"/>
              </a:ext>
            </a:extLst>
          </p:cNvPr>
          <p:cNvSpPr txBox="1"/>
          <p:nvPr/>
        </p:nvSpPr>
        <p:spPr>
          <a:xfrm>
            <a:off x="2500392" y="1839733"/>
            <a:ext cx="2066058" cy="26899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b="1" dirty="0">
                <a:solidFill>
                  <a:srgbClr val="00B050"/>
                </a:solidFill>
              </a:rPr>
              <a:t>中百舌鳥：ノルマ練習</a:t>
            </a:r>
          </a:p>
        </p:txBody>
      </p:sp>
      <p:sp>
        <p:nvSpPr>
          <p:cNvPr id="169" name="四角形: 角を丸くする 168">
            <a:extLst>
              <a:ext uri="{FF2B5EF4-FFF2-40B4-BE49-F238E27FC236}">
                <a16:creationId xmlns:a16="http://schemas.microsoft.com/office/drawing/2014/main" id="{10297B7E-9AE5-FEC9-6971-E6D52B6E8FD9}"/>
              </a:ext>
            </a:extLst>
          </p:cNvPr>
          <p:cNvSpPr/>
          <p:nvPr/>
        </p:nvSpPr>
        <p:spPr>
          <a:xfrm>
            <a:off x="2856164" y="2113352"/>
            <a:ext cx="1339274" cy="935618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A73FB036-11A0-EF0B-98B2-8719779051E0}"/>
              </a:ext>
            </a:extLst>
          </p:cNvPr>
          <p:cNvSpPr/>
          <p:nvPr/>
        </p:nvSpPr>
        <p:spPr>
          <a:xfrm>
            <a:off x="3019958" y="1151563"/>
            <a:ext cx="1030636" cy="2944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050">
                <a:solidFill>
                  <a:sysClr val="windowText" lastClr="000000"/>
                </a:solidFill>
              </a:rPr>
              <a:t>日付別シート</a:t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E5F1895E-6E41-E053-83B4-4C8982DA25A2}"/>
              </a:ext>
            </a:extLst>
          </p:cNvPr>
          <p:cNvSpPr/>
          <p:nvPr/>
        </p:nvSpPr>
        <p:spPr>
          <a:xfrm>
            <a:off x="3019958" y="689745"/>
            <a:ext cx="1030636" cy="2944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050">
                <a:solidFill>
                  <a:sysClr val="windowText" lastClr="000000"/>
                </a:solidFill>
              </a:rPr>
              <a:t>テンプレ</a:t>
            </a:r>
          </a:p>
        </p:txBody>
      </p:sp>
      <p:sp>
        <p:nvSpPr>
          <p:cNvPr id="172" name="四角形: 角を丸くする 171">
            <a:extLst>
              <a:ext uri="{FF2B5EF4-FFF2-40B4-BE49-F238E27FC236}">
                <a16:creationId xmlns:a16="http://schemas.microsoft.com/office/drawing/2014/main" id="{36164AF1-2B40-9EC4-513D-28632EF7E2D2}"/>
              </a:ext>
            </a:extLst>
          </p:cNvPr>
          <p:cNvSpPr/>
          <p:nvPr/>
        </p:nvSpPr>
        <p:spPr>
          <a:xfrm>
            <a:off x="2868145" y="602610"/>
            <a:ext cx="1339274" cy="92627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73" name="テキスト ボックス 690">
            <a:extLst>
              <a:ext uri="{FF2B5EF4-FFF2-40B4-BE49-F238E27FC236}">
                <a16:creationId xmlns:a16="http://schemas.microsoft.com/office/drawing/2014/main" id="{D24B4E90-250B-8612-5E39-32622BF24188}"/>
              </a:ext>
            </a:extLst>
          </p:cNvPr>
          <p:cNvSpPr txBox="1"/>
          <p:nvPr/>
        </p:nvSpPr>
        <p:spPr>
          <a:xfrm>
            <a:off x="2500392" y="313654"/>
            <a:ext cx="2066058" cy="26899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100" b="1" dirty="0">
                <a:solidFill>
                  <a:srgbClr val="00B050"/>
                </a:solidFill>
              </a:rPr>
              <a:t>中百舌鳥：合同練習</a:t>
            </a:r>
          </a:p>
        </p:txBody>
      </p:sp>
      <p:cxnSp>
        <p:nvCxnSpPr>
          <p:cNvPr id="174" name="コネクタ: 曲線 173">
            <a:extLst>
              <a:ext uri="{FF2B5EF4-FFF2-40B4-BE49-F238E27FC236}">
                <a16:creationId xmlns:a16="http://schemas.microsoft.com/office/drawing/2014/main" id="{ACFD1232-C1F7-2280-590A-3C09BA51C578}"/>
              </a:ext>
            </a:extLst>
          </p:cNvPr>
          <p:cNvCxnSpPr>
            <a:cxnSpLocks/>
            <a:stCxn id="172" idx="2"/>
            <a:endCxn id="202" idx="2"/>
          </p:cNvCxnSpPr>
          <p:nvPr/>
        </p:nvCxnSpPr>
        <p:spPr>
          <a:xfrm rot="16200000" flipH="1">
            <a:off x="3742950" y="1323712"/>
            <a:ext cx="695054" cy="1105391"/>
          </a:xfrm>
          <a:prstGeom prst="curvedConnector2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7" name="コネクタ: 曲線 176">
            <a:extLst>
              <a:ext uri="{FF2B5EF4-FFF2-40B4-BE49-F238E27FC236}">
                <a16:creationId xmlns:a16="http://schemas.microsoft.com/office/drawing/2014/main" id="{66F49419-B68D-EF00-9590-4F4ED6C06903}"/>
              </a:ext>
            </a:extLst>
          </p:cNvPr>
          <p:cNvCxnSpPr>
            <a:cxnSpLocks/>
            <a:endCxn id="201" idx="2"/>
          </p:cNvCxnSpPr>
          <p:nvPr/>
        </p:nvCxnSpPr>
        <p:spPr>
          <a:xfrm>
            <a:off x="1411196" y="1535360"/>
            <a:ext cx="3231977" cy="113831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2" name="コネクタ: 曲線 181">
            <a:extLst>
              <a:ext uri="{FF2B5EF4-FFF2-40B4-BE49-F238E27FC236}">
                <a16:creationId xmlns:a16="http://schemas.microsoft.com/office/drawing/2014/main" id="{A6D3F110-1F90-FFCD-2FC4-ADC9699DB4EF}"/>
              </a:ext>
            </a:extLst>
          </p:cNvPr>
          <p:cNvCxnSpPr>
            <a:cxnSpLocks/>
            <a:stCxn id="167" idx="2"/>
            <a:endCxn id="199" idx="2"/>
          </p:cNvCxnSpPr>
          <p:nvPr/>
        </p:nvCxnSpPr>
        <p:spPr>
          <a:xfrm rot="16200000" flipH="1">
            <a:off x="4003486" y="2485997"/>
            <a:ext cx="156862" cy="1122513"/>
          </a:xfrm>
          <a:prstGeom prst="curvedConnector2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5" name="コネクタ: 曲線 184">
            <a:extLst>
              <a:ext uri="{FF2B5EF4-FFF2-40B4-BE49-F238E27FC236}">
                <a16:creationId xmlns:a16="http://schemas.microsoft.com/office/drawing/2014/main" id="{4E703A29-BE30-78AA-A56C-2C4B860D62B7}"/>
              </a:ext>
            </a:extLst>
          </p:cNvPr>
          <p:cNvCxnSpPr>
            <a:cxnSpLocks/>
            <a:stCxn id="12" idx="2"/>
            <a:endCxn id="196" idx="2"/>
          </p:cNvCxnSpPr>
          <p:nvPr/>
        </p:nvCxnSpPr>
        <p:spPr>
          <a:xfrm rot="16200000" flipH="1">
            <a:off x="2777065" y="1714534"/>
            <a:ext cx="611821" cy="3120397"/>
          </a:xfrm>
          <a:prstGeom prst="curvedConnector2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6" name="楕円 195">
            <a:extLst>
              <a:ext uri="{FF2B5EF4-FFF2-40B4-BE49-F238E27FC236}">
                <a16:creationId xmlns:a16="http://schemas.microsoft.com/office/drawing/2014/main" id="{595C1AB4-8D8E-D0DE-2B4F-7C4B0FE4F683}"/>
              </a:ext>
            </a:extLst>
          </p:cNvPr>
          <p:cNvSpPr/>
          <p:nvPr/>
        </p:nvSpPr>
        <p:spPr>
          <a:xfrm>
            <a:off x="4643174" y="3429000"/>
            <a:ext cx="1312883" cy="3032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syncSugimotoNoruma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sp>
        <p:nvSpPr>
          <p:cNvPr id="199" name="楕円 198">
            <a:extLst>
              <a:ext uri="{FF2B5EF4-FFF2-40B4-BE49-F238E27FC236}">
                <a16:creationId xmlns:a16="http://schemas.microsoft.com/office/drawing/2014/main" id="{7967BA20-6E6C-7446-B669-C9350BF4D3D8}"/>
              </a:ext>
            </a:extLst>
          </p:cNvPr>
          <p:cNvSpPr/>
          <p:nvPr/>
        </p:nvSpPr>
        <p:spPr>
          <a:xfrm>
            <a:off x="4643174" y="2974041"/>
            <a:ext cx="1312883" cy="3032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syncNakamozuNoruma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sp>
        <p:nvSpPr>
          <p:cNvPr id="201" name="楕円 200">
            <a:extLst>
              <a:ext uri="{FF2B5EF4-FFF2-40B4-BE49-F238E27FC236}">
                <a16:creationId xmlns:a16="http://schemas.microsoft.com/office/drawing/2014/main" id="{85FC09FB-146B-ACBC-20D5-CF673C8A6BAC}"/>
              </a:ext>
            </a:extLst>
          </p:cNvPr>
          <p:cNvSpPr/>
          <p:nvPr/>
        </p:nvSpPr>
        <p:spPr>
          <a:xfrm>
            <a:off x="4643173" y="2522028"/>
            <a:ext cx="1312883" cy="3032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syncSugimotoGouren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sp>
        <p:nvSpPr>
          <p:cNvPr id="202" name="楕円 201">
            <a:extLst>
              <a:ext uri="{FF2B5EF4-FFF2-40B4-BE49-F238E27FC236}">
                <a16:creationId xmlns:a16="http://schemas.microsoft.com/office/drawing/2014/main" id="{18E759D8-0AAC-1E3E-6CA4-2A1C0E2FC023}"/>
              </a:ext>
            </a:extLst>
          </p:cNvPr>
          <p:cNvSpPr/>
          <p:nvPr/>
        </p:nvSpPr>
        <p:spPr>
          <a:xfrm>
            <a:off x="4643173" y="2072291"/>
            <a:ext cx="1312883" cy="3032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b="0" dirty="0" err="1">
                <a:solidFill>
                  <a:sysClr val="windowText" lastClr="000000"/>
                </a:solidFill>
              </a:rPr>
              <a:t>syncNakamozuGouren</a:t>
            </a:r>
            <a:endParaRPr kumimoji="1" lang="ja-JP" altLang="en-US" sz="900" b="0" dirty="0">
              <a:solidFill>
                <a:sysClr val="windowText" lastClr="000000"/>
              </a:solidFill>
            </a:endParaRPr>
          </a:p>
        </p:txBody>
      </p:sp>
      <p:cxnSp>
        <p:nvCxnSpPr>
          <p:cNvPr id="208" name="直線矢印コネクタ 207">
            <a:extLst>
              <a:ext uri="{FF2B5EF4-FFF2-40B4-BE49-F238E27FC236}">
                <a16:creationId xmlns:a16="http://schemas.microsoft.com/office/drawing/2014/main" id="{1C467DC8-2665-C40E-EB55-974A12039168}"/>
              </a:ext>
            </a:extLst>
          </p:cNvPr>
          <p:cNvCxnSpPr>
            <a:cxnSpLocks/>
            <a:stCxn id="202" idx="6"/>
            <a:endCxn id="106" idx="1"/>
          </p:cNvCxnSpPr>
          <p:nvPr/>
        </p:nvCxnSpPr>
        <p:spPr>
          <a:xfrm flipV="1">
            <a:off x="5956056" y="2221201"/>
            <a:ext cx="347793" cy="27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矢印コネクタ 210">
            <a:extLst>
              <a:ext uri="{FF2B5EF4-FFF2-40B4-BE49-F238E27FC236}">
                <a16:creationId xmlns:a16="http://schemas.microsoft.com/office/drawing/2014/main" id="{902AAF0C-5F65-E8EB-CB94-A8E2B27D0EAC}"/>
              </a:ext>
            </a:extLst>
          </p:cNvPr>
          <p:cNvCxnSpPr>
            <a:cxnSpLocks/>
            <a:stCxn id="201" idx="6"/>
            <a:endCxn id="105" idx="1"/>
          </p:cNvCxnSpPr>
          <p:nvPr/>
        </p:nvCxnSpPr>
        <p:spPr>
          <a:xfrm flipV="1">
            <a:off x="5956056" y="2673442"/>
            <a:ext cx="347794" cy="2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線矢印コネクタ 213">
            <a:extLst>
              <a:ext uri="{FF2B5EF4-FFF2-40B4-BE49-F238E27FC236}">
                <a16:creationId xmlns:a16="http://schemas.microsoft.com/office/drawing/2014/main" id="{C8725082-034C-8610-E797-56542A6DAF8E}"/>
              </a:ext>
            </a:extLst>
          </p:cNvPr>
          <p:cNvCxnSpPr>
            <a:cxnSpLocks/>
            <a:stCxn id="199" idx="6"/>
            <a:endCxn id="104" idx="1"/>
          </p:cNvCxnSpPr>
          <p:nvPr/>
        </p:nvCxnSpPr>
        <p:spPr>
          <a:xfrm flipV="1">
            <a:off x="5956057" y="3125683"/>
            <a:ext cx="347792" cy="2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線矢印コネクタ 216">
            <a:extLst>
              <a:ext uri="{FF2B5EF4-FFF2-40B4-BE49-F238E27FC236}">
                <a16:creationId xmlns:a16="http://schemas.microsoft.com/office/drawing/2014/main" id="{122D3F36-F476-4314-2BDD-0CC74F1D7A22}"/>
              </a:ext>
            </a:extLst>
          </p:cNvPr>
          <p:cNvCxnSpPr>
            <a:cxnSpLocks/>
            <a:stCxn id="196" idx="6"/>
            <a:endCxn id="103" idx="1"/>
          </p:cNvCxnSpPr>
          <p:nvPr/>
        </p:nvCxnSpPr>
        <p:spPr>
          <a:xfrm>
            <a:off x="5956057" y="3580644"/>
            <a:ext cx="347792" cy="812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268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130</Words>
  <Application>Microsoft Office PowerPoint</Application>
  <PresentationFormat>ワイド画面</PresentationFormat>
  <Paragraphs>80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優輝 山崎</dc:creator>
  <cp:lastModifiedBy>優輝 山崎</cp:lastModifiedBy>
  <cp:revision>8</cp:revision>
  <dcterms:created xsi:type="dcterms:W3CDTF">2023-05-08T04:35:40Z</dcterms:created>
  <dcterms:modified xsi:type="dcterms:W3CDTF">2026-01-18T02:58:15Z</dcterms:modified>
</cp:coreProperties>
</file>